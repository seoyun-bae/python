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9" r:id="rId3"/>
    <p:sldId id="267" r:id="rId4"/>
    <p:sldId id="265" r:id="rId5"/>
    <p:sldId id="268" r:id="rId6"/>
    <p:sldId id="269" r:id="rId7"/>
    <p:sldId id="270" r:id="rId8"/>
    <p:sldId id="272" r:id="rId9"/>
    <p:sldId id="274" r:id="rId10"/>
    <p:sldId id="279" r:id="rId11"/>
    <p:sldId id="280" r:id="rId12"/>
    <p:sldId id="281" r:id="rId13"/>
    <p:sldId id="282" r:id="rId14"/>
    <p:sldId id="283" r:id="rId15"/>
    <p:sldId id="275" r:id="rId16"/>
    <p:sldId id="276" r:id="rId17"/>
    <p:sldId id="278" r:id="rId18"/>
    <p:sldId id="277" r:id="rId19"/>
    <p:sldId id="298" r:id="rId20"/>
    <p:sldId id="300" r:id="rId21"/>
    <p:sldId id="301" r:id="rId22"/>
    <p:sldId id="286" r:id="rId23"/>
    <p:sldId id="287" r:id="rId24"/>
    <p:sldId id="288" r:id="rId25"/>
    <p:sldId id="299" r:id="rId26"/>
    <p:sldId id="295" r:id="rId27"/>
    <p:sldId id="296" r:id="rId28"/>
    <p:sldId id="30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49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서윤 배" userId="07eddc12072a1dbb" providerId="LiveId" clId="{82CFAF7E-8F12-426C-9644-1F5BD17DFFFB}"/>
    <pc:docChg chg="undo custSel addSld delSld modSld sldOrd">
      <pc:chgData name="서윤 배" userId="07eddc12072a1dbb" providerId="LiveId" clId="{82CFAF7E-8F12-426C-9644-1F5BD17DFFFB}" dt="2026-06-11T09:36:36.777" v="3126" actId="1076"/>
      <pc:docMkLst>
        <pc:docMk/>
      </pc:docMkLst>
      <pc:sldChg chg="addSp delSp modSp mod setBg">
        <pc:chgData name="서윤 배" userId="07eddc12072a1dbb" providerId="LiveId" clId="{82CFAF7E-8F12-426C-9644-1F5BD17DFFFB}" dt="2026-06-10T04:49:55.054" v="2331" actId="2711"/>
        <pc:sldMkLst>
          <pc:docMk/>
          <pc:sldMk cId="2511135924" sldId="256"/>
        </pc:sldMkLst>
        <pc:spChg chg="mod">
          <ac:chgData name="서윤 배" userId="07eddc12072a1dbb" providerId="LiveId" clId="{82CFAF7E-8F12-426C-9644-1F5BD17DFFFB}" dt="2026-06-08T16:43:25.136" v="677" actId="2711"/>
          <ac:spMkLst>
            <pc:docMk/>
            <pc:sldMk cId="2511135924" sldId="256"/>
            <ac:spMk id="2" creationId="{7198956C-E28D-4FE3-8E28-18FA6C5226EB}"/>
          </ac:spMkLst>
        </pc:spChg>
        <pc:spChg chg="mod">
          <ac:chgData name="서윤 배" userId="07eddc12072a1dbb" providerId="LiveId" clId="{82CFAF7E-8F12-426C-9644-1F5BD17DFFFB}" dt="2026-06-10T04:49:55.054" v="2331" actId="2711"/>
          <ac:spMkLst>
            <pc:docMk/>
            <pc:sldMk cId="2511135924" sldId="256"/>
            <ac:spMk id="3" creationId="{59862302-FAC8-4C37-94CB-CD342EA1E6BE}"/>
          </ac:spMkLst>
        </pc:spChg>
        <pc:spChg chg="mod">
          <ac:chgData name="서윤 배" userId="07eddc12072a1dbb" providerId="LiveId" clId="{82CFAF7E-8F12-426C-9644-1F5BD17DFFFB}" dt="2026-06-07T04:46:09.148" v="215" actId="1076"/>
          <ac:spMkLst>
            <pc:docMk/>
            <pc:sldMk cId="2511135924" sldId="256"/>
            <ac:spMk id="5" creationId="{847BCFAF-93FD-49C5-8FDE-3575794C1F7A}"/>
          </ac:spMkLst>
        </pc:spChg>
        <pc:spChg chg="add del mod">
          <ac:chgData name="서윤 배" userId="07eddc12072a1dbb" providerId="LiveId" clId="{82CFAF7E-8F12-426C-9644-1F5BD17DFFFB}" dt="2026-06-07T04:47:12.774" v="277" actId="255"/>
          <ac:spMkLst>
            <pc:docMk/>
            <pc:sldMk cId="2511135924" sldId="256"/>
            <ac:spMk id="6" creationId="{A4267681-026B-43C9-BEEE-DB457A0DC647}"/>
          </ac:spMkLst>
        </pc:spChg>
      </pc:sldChg>
      <pc:sldChg chg="addSp delSp modSp mod setBg">
        <pc:chgData name="서윤 배" userId="07eddc12072a1dbb" providerId="LiveId" clId="{82CFAF7E-8F12-426C-9644-1F5BD17DFFFB}" dt="2026-06-07T02:39:23.089" v="148"/>
        <pc:sldMkLst>
          <pc:docMk/>
          <pc:sldMk cId="3315710045" sldId="259"/>
        </pc:sldMkLst>
        <pc:picChg chg="del">
          <ac:chgData name="서윤 배" userId="07eddc12072a1dbb" providerId="LiveId" clId="{82CFAF7E-8F12-426C-9644-1F5BD17DFFFB}" dt="2026-06-06T02:28:48.731" v="0" actId="478"/>
          <ac:picMkLst>
            <pc:docMk/>
            <pc:sldMk cId="3315710045" sldId="259"/>
            <ac:picMk id="2" creationId="{14E8DAFC-CF3C-4487-AAB6-976A20D2264F}"/>
          </ac:picMkLst>
        </pc:picChg>
        <pc:picChg chg="add mod modCrop">
          <ac:chgData name="서윤 배" userId="07eddc12072a1dbb" providerId="LiveId" clId="{82CFAF7E-8F12-426C-9644-1F5BD17DFFFB}" dt="2026-06-07T02:33:44.259" v="29" actId="1076"/>
          <ac:picMkLst>
            <pc:docMk/>
            <pc:sldMk cId="3315710045" sldId="259"/>
            <ac:picMk id="3" creationId="{CC15F580-F337-41C9-842A-97436F20D949}"/>
          </ac:picMkLst>
        </pc:picChg>
        <pc:picChg chg="add mod modCrop">
          <ac:chgData name="서윤 배" userId="07eddc12072a1dbb" providerId="LiveId" clId="{82CFAF7E-8F12-426C-9644-1F5BD17DFFFB}" dt="2026-06-07T02:33:44.259" v="29" actId="1076"/>
          <ac:picMkLst>
            <pc:docMk/>
            <pc:sldMk cId="3315710045" sldId="259"/>
            <ac:picMk id="4" creationId="{997FFA12-EE0A-40F8-A503-9FA4A6C7E0B9}"/>
          </ac:picMkLst>
        </pc:picChg>
      </pc:sldChg>
      <pc:sldChg chg="addSp delSp modSp add del mod setBg">
        <pc:chgData name="서윤 배" userId="07eddc12072a1dbb" providerId="LiveId" clId="{82CFAF7E-8F12-426C-9644-1F5BD17DFFFB}" dt="2026-06-07T02:39:30.198" v="149" actId="47"/>
        <pc:sldMkLst>
          <pc:docMk/>
          <pc:sldMk cId="2600708423" sldId="260"/>
        </pc:sldMkLst>
        <pc:picChg chg="add del mod">
          <ac:chgData name="서윤 배" userId="07eddc12072a1dbb" providerId="LiveId" clId="{82CFAF7E-8F12-426C-9644-1F5BD17DFFFB}" dt="2026-06-07T02:34:02.235" v="30" actId="478"/>
          <ac:picMkLst>
            <pc:docMk/>
            <pc:sldMk cId="2600708423" sldId="260"/>
            <ac:picMk id="3" creationId="{3EEE7335-B94E-4783-BFEC-DBADAB6C8047}"/>
          </ac:picMkLst>
        </pc:picChg>
        <pc:picChg chg="del">
          <ac:chgData name="서윤 배" userId="07eddc12072a1dbb" providerId="LiveId" clId="{82CFAF7E-8F12-426C-9644-1F5BD17DFFFB}" dt="2026-06-06T02:30:01.097" v="12" actId="478"/>
          <ac:picMkLst>
            <pc:docMk/>
            <pc:sldMk cId="2600708423" sldId="260"/>
            <ac:picMk id="4" creationId="{997FFA12-EE0A-40F8-A503-9FA4A6C7E0B9}"/>
          </ac:picMkLst>
        </pc:picChg>
      </pc:sldChg>
      <pc:sldChg chg="delSp modSp new mod setBg">
        <pc:chgData name="서윤 배" userId="07eddc12072a1dbb" providerId="LiveId" clId="{82CFAF7E-8F12-426C-9644-1F5BD17DFFFB}" dt="2026-06-07T02:39:23.089" v="148"/>
        <pc:sldMkLst>
          <pc:docMk/>
          <pc:sldMk cId="3253369768" sldId="261"/>
        </pc:sldMkLst>
        <pc:spChg chg="mod">
          <ac:chgData name="서윤 배" userId="07eddc12072a1dbb" providerId="LiveId" clId="{82CFAF7E-8F12-426C-9644-1F5BD17DFFFB}" dt="2026-06-07T02:35:38.379" v="71" actId="1036"/>
          <ac:spMkLst>
            <pc:docMk/>
            <pc:sldMk cId="3253369768" sldId="261"/>
            <ac:spMk id="2" creationId="{45B6110C-B505-4A2F-B033-40BAC66893CD}"/>
          </ac:spMkLst>
        </pc:spChg>
        <pc:spChg chg="del mod">
          <ac:chgData name="서윤 배" userId="07eddc12072a1dbb" providerId="LiveId" clId="{82CFAF7E-8F12-426C-9644-1F5BD17DFFFB}" dt="2026-06-07T02:35:22.636" v="66" actId="478"/>
          <ac:spMkLst>
            <pc:docMk/>
            <pc:sldMk cId="3253369768" sldId="261"/>
            <ac:spMk id="3" creationId="{F3B7A344-2B33-4483-8F27-E869524A72D9}"/>
          </ac:spMkLst>
        </pc:spChg>
        <pc:spChg chg="del">
          <ac:chgData name="서윤 배" userId="07eddc12072a1dbb" providerId="LiveId" clId="{82CFAF7E-8F12-426C-9644-1F5BD17DFFFB}" dt="2026-06-07T02:35:20.917" v="64" actId="478"/>
          <ac:spMkLst>
            <pc:docMk/>
            <pc:sldMk cId="3253369768" sldId="261"/>
            <ac:spMk id="4" creationId="{BE36C7EC-3D8B-4358-9464-7AF152186B1D}"/>
          </ac:spMkLst>
        </pc:spChg>
      </pc:sldChg>
      <pc:sldChg chg="addSp delSp modSp mod">
        <pc:chgData name="서윤 배" userId="07eddc12072a1dbb" providerId="LiveId" clId="{82CFAF7E-8F12-426C-9644-1F5BD17DFFFB}" dt="2026-06-08T16:07:22.143" v="293" actId="1076"/>
        <pc:sldMkLst>
          <pc:docMk/>
          <pc:sldMk cId="4063679277" sldId="265"/>
        </pc:sldMkLst>
        <pc:picChg chg="del">
          <ac:chgData name="서윤 배" userId="07eddc12072a1dbb" providerId="LiveId" clId="{82CFAF7E-8F12-426C-9644-1F5BD17DFFFB}" dt="2026-06-08T16:07:09.668" v="283" actId="478"/>
          <ac:picMkLst>
            <pc:docMk/>
            <pc:sldMk cId="4063679277" sldId="265"/>
            <ac:picMk id="4" creationId="{66F03731-D874-46B2-B7C6-B0821F4A75E2}"/>
          </ac:picMkLst>
        </pc:picChg>
        <pc:picChg chg="add mod">
          <ac:chgData name="서윤 배" userId="07eddc12072a1dbb" providerId="LiveId" clId="{82CFAF7E-8F12-426C-9644-1F5BD17DFFFB}" dt="2026-06-08T16:07:22.143" v="293" actId="1076"/>
          <ac:picMkLst>
            <pc:docMk/>
            <pc:sldMk cId="4063679277" sldId="265"/>
            <ac:picMk id="5" creationId="{03B5A4E0-5958-4CC6-92B9-1BA504CB7EC7}"/>
          </ac:picMkLst>
        </pc:picChg>
      </pc:sldChg>
      <pc:sldChg chg="addSp delSp modSp mod">
        <pc:chgData name="서윤 배" userId="07eddc12072a1dbb" providerId="LiveId" clId="{82CFAF7E-8F12-426C-9644-1F5BD17DFFFB}" dt="2026-06-11T09:31:28.194" v="3074" actId="1076"/>
        <pc:sldMkLst>
          <pc:docMk/>
          <pc:sldMk cId="751702436" sldId="267"/>
        </pc:sldMkLst>
        <pc:picChg chg="add del mod modCrop">
          <ac:chgData name="서윤 배" userId="07eddc12072a1dbb" providerId="LiveId" clId="{82CFAF7E-8F12-426C-9644-1F5BD17DFFFB}" dt="2026-06-11T09:31:15.738" v="3067" actId="478"/>
          <ac:picMkLst>
            <pc:docMk/>
            <pc:sldMk cId="751702436" sldId="267"/>
            <ac:picMk id="4" creationId="{2BBB0AD4-6A91-4A7E-B4F5-D9643078E2A7}"/>
          </ac:picMkLst>
        </pc:picChg>
        <pc:picChg chg="mod">
          <ac:chgData name="서윤 배" userId="07eddc12072a1dbb" providerId="LiveId" clId="{82CFAF7E-8F12-426C-9644-1F5BD17DFFFB}" dt="2026-06-11T09:31:28.194" v="3074" actId="1076"/>
          <ac:picMkLst>
            <pc:docMk/>
            <pc:sldMk cId="751702436" sldId="267"/>
            <ac:picMk id="5" creationId="{52CA5D60-2BAC-47D7-B787-1CD29420BE01}"/>
          </ac:picMkLst>
        </pc:picChg>
        <pc:picChg chg="add mod">
          <ac:chgData name="서윤 배" userId="07eddc12072a1dbb" providerId="LiveId" clId="{82CFAF7E-8F12-426C-9644-1F5BD17DFFFB}" dt="2026-06-11T09:31:24.757" v="3072" actId="14100"/>
          <ac:picMkLst>
            <pc:docMk/>
            <pc:sldMk cId="751702436" sldId="267"/>
            <ac:picMk id="6" creationId="{16F1D4DE-2728-460D-9770-4D495A21ACCB}"/>
          </ac:picMkLst>
        </pc:picChg>
        <pc:picChg chg="del">
          <ac:chgData name="서윤 배" userId="07eddc12072a1dbb" providerId="LiveId" clId="{82CFAF7E-8F12-426C-9644-1F5BD17DFFFB}" dt="2026-06-08T16:08:52.730" v="298" actId="478"/>
          <ac:picMkLst>
            <pc:docMk/>
            <pc:sldMk cId="751702436" sldId="267"/>
            <ac:picMk id="6" creationId="{EF6605A7-BA60-417B-AA40-90B8C2495044}"/>
          </ac:picMkLst>
        </pc:picChg>
      </pc:sldChg>
      <pc:sldChg chg="addSp delSp modSp mod">
        <pc:chgData name="서윤 배" userId="07eddc12072a1dbb" providerId="LiveId" clId="{82CFAF7E-8F12-426C-9644-1F5BD17DFFFB}" dt="2026-06-11T09:32:29.767" v="3082" actId="14100"/>
        <pc:sldMkLst>
          <pc:docMk/>
          <pc:sldMk cId="3034012781" sldId="268"/>
        </pc:sldMkLst>
        <pc:picChg chg="add del mod modCrop">
          <ac:chgData name="서윤 배" userId="07eddc12072a1dbb" providerId="LiveId" clId="{82CFAF7E-8F12-426C-9644-1F5BD17DFFFB}" dt="2026-06-11T09:31:51.162" v="3075" actId="478"/>
          <ac:picMkLst>
            <pc:docMk/>
            <pc:sldMk cId="3034012781" sldId="268"/>
            <ac:picMk id="4" creationId="{B4334563-B7B1-4272-A2FE-4B3710DD086A}"/>
          </ac:picMkLst>
        </pc:picChg>
        <pc:picChg chg="mod">
          <ac:chgData name="서윤 배" userId="07eddc12072a1dbb" providerId="LiveId" clId="{82CFAF7E-8F12-426C-9644-1F5BD17DFFFB}" dt="2026-06-11T09:32:27.610" v="3081" actId="1076"/>
          <ac:picMkLst>
            <pc:docMk/>
            <pc:sldMk cId="3034012781" sldId="268"/>
            <ac:picMk id="5" creationId="{5B4C2CF4-0358-4D30-B8FD-831021B48D89}"/>
          </ac:picMkLst>
        </pc:picChg>
        <pc:picChg chg="del">
          <ac:chgData name="서윤 배" userId="07eddc12072a1dbb" providerId="LiveId" clId="{82CFAF7E-8F12-426C-9644-1F5BD17DFFFB}" dt="2026-06-08T16:08:49.880" v="297" actId="478"/>
          <ac:picMkLst>
            <pc:docMk/>
            <pc:sldMk cId="3034012781" sldId="268"/>
            <ac:picMk id="6" creationId="{2F8973D7-AB82-44DE-BF00-BB3FD6FB6E94}"/>
          </ac:picMkLst>
        </pc:picChg>
        <pc:picChg chg="add mod">
          <ac:chgData name="서윤 배" userId="07eddc12072a1dbb" providerId="LiveId" clId="{82CFAF7E-8F12-426C-9644-1F5BD17DFFFB}" dt="2026-06-11T09:32:29.767" v="3082" actId="14100"/>
          <ac:picMkLst>
            <pc:docMk/>
            <pc:sldMk cId="3034012781" sldId="268"/>
            <ac:picMk id="6" creationId="{D019F141-E27C-474A-85F3-69FCF04E5F7D}"/>
          </ac:picMkLst>
        </pc:picChg>
      </pc:sldChg>
      <pc:sldChg chg="addSp delSp modSp mod">
        <pc:chgData name="서윤 배" userId="07eddc12072a1dbb" providerId="LiveId" clId="{82CFAF7E-8F12-426C-9644-1F5BD17DFFFB}" dt="2026-06-11T09:33:08.009" v="3087" actId="14100"/>
        <pc:sldMkLst>
          <pc:docMk/>
          <pc:sldMk cId="1878849074" sldId="270"/>
        </pc:sldMkLst>
        <pc:picChg chg="add del mod">
          <ac:chgData name="서윤 배" userId="07eddc12072a1dbb" providerId="LiveId" clId="{82CFAF7E-8F12-426C-9644-1F5BD17DFFFB}" dt="2026-06-08T16:12:23.032" v="337" actId="478"/>
          <ac:picMkLst>
            <pc:docMk/>
            <pc:sldMk cId="1878849074" sldId="270"/>
            <ac:picMk id="4" creationId="{6B17DA85-4C92-4505-B179-2AFF65DB82B4}"/>
          </ac:picMkLst>
        </pc:picChg>
        <pc:picChg chg="add mod">
          <ac:chgData name="서윤 배" userId="07eddc12072a1dbb" providerId="LiveId" clId="{82CFAF7E-8F12-426C-9644-1F5BD17DFFFB}" dt="2026-06-11T09:33:08.009" v="3087" actId="14100"/>
          <ac:picMkLst>
            <pc:docMk/>
            <pc:sldMk cId="1878849074" sldId="270"/>
            <ac:picMk id="4" creationId="{DB90C916-C0C9-4777-B481-EB3F8306C8AA}"/>
          </ac:picMkLst>
        </pc:picChg>
        <pc:picChg chg="add del mod modCrop">
          <ac:chgData name="서윤 배" userId="07eddc12072a1dbb" providerId="LiveId" clId="{82CFAF7E-8F12-426C-9644-1F5BD17DFFFB}" dt="2026-06-11T09:32:35.973" v="3083" actId="478"/>
          <ac:picMkLst>
            <pc:docMk/>
            <pc:sldMk cId="1878849074" sldId="270"/>
            <ac:picMk id="6" creationId="{2B7EB687-AE34-4862-9426-54AC53067367}"/>
          </ac:picMkLst>
        </pc:picChg>
        <pc:picChg chg="add mod">
          <ac:chgData name="서윤 배" userId="07eddc12072a1dbb" providerId="LiveId" clId="{82CFAF7E-8F12-426C-9644-1F5BD17DFFFB}" dt="2026-06-08T16:15:19.858" v="366" actId="1035"/>
          <ac:picMkLst>
            <pc:docMk/>
            <pc:sldMk cId="1878849074" sldId="270"/>
            <ac:picMk id="8" creationId="{ACF17BD6-3D19-407C-BAA3-59F7D0B49DCC}"/>
          </ac:picMkLst>
        </pc:picChg>
      </pc:sldChg>
      <pc:sldChg chg="addSp modSp mod">
        <pc:chgData name="서윤 배" userId="07eddc12072a1dbb" providerId="LiveId" clId="{82CFAF7E-8F12-426C-9644-1F5BD17DFFFB}" dt="2026-06-08T16:16:42.244" v="378" actId="14100"/>
        <pc:sldMkLst>
          <pc:docMk/>
          <pc:sldMk cId="3657595666" sldId="272"/>
        </pc:sldMkLst>
        <pc:picChg chg="add mod">
          <ac:chgData name="서윤 배" userId="07eddc12072a1dbb" providerId="LiveId" clId="{82CFAF7E-8F12-426C-9644-1F5BD17DFFFB}" dt="2026-06-08T16:15:57.985" v="369" actId="1076"/>
          <ac:picMkLst>
            <pc:docMk/>
            <pc:sldMk cId="3657595666" sldId="272"/>
            <ac:picMk id="4" creationId="{28E633A1-0BB4-4B94-9B4F-39136DDE7028}"/>
          </ac:picMkLst>
        </pc:picChg>
        <pc:picChg chg="add mod">
          <ac:chgData name="서윤 배" userId="07eddc12072a1dbb" providerId="LiveId" clId="{82CFAF7E-8F12-426C-9644-1F5BD17DFFFB}" dt="2026-06-08T16:16:17.310" v="372" actId="1076"/>
          <ac:picMkLst>
            <pc:docMk/>
            <pc:sldMk cId="3657595666" sldId="272"/>
            <ac:picMk id="6" creationId="{3134D5DD-A1C0-498F-B52D-27D43424D401}"/>
          </ac:picMkLst>
        </pc:picChg>
        <pc:picChg chg="add mod">
          <ac:chgData name="서윤 배" userId="07eddc12072a1dbb" providerId="LiveId" clId="{82CFAF7E-8F12-426C-9644-1F5BD17DFFFB}" dt="2026-06-08T16:16:42.244" v="378" actId="14100"/>
          <ac:picMkLst>
            <pc:docMk/>
            <pc:sldMk cId="3657595666" sldId="272"/>
            <ac:picMk id="8" creationId="{320E5565-C944-4655-A6ED-132F8F601CCC}"/>
          </ac:picMkLst>
        </pc:picChg>
      </pc:sldChg>
      <pc:sldChg chg="addSp delSp modSp del mod">
        <pc:chgData name="서윤 배" userId="07eddc12072a1dbb" providerId="LiveId" clId="{82CFAF7E-8F12-426C-9644-1F5BD17DFFFB}" dt="2026-06-10T04:03:54.276" v="891" actId="2696"/>
        <pc:sldMkLst>
          <pc:docMk/>
          <pc:sldMk cId="512444008" sldId="273"/>
        </pc:sldMkLst>
        <pc:spChg chg="mod">
          <ac:chgData name="서윤 배" userId="07eddc12072a1dbb" providerId="LiveId" clId="{82CFAF7E-8F12-426C-9644-1F5BD17DFFFB}" dt="2026-06-10T03:56:53.849" v="775" actId="2711"/>
          <ac:spMkLst>
            <pc:docMk/>
            <pc:sldMk cId="512444008" sldId="273"/>
            <ac:spMk id="2" creationId="{4613B73F-3C47-43B1-84E3-65635EB7FBE5}"/>
          </ac:spMkLst>
        </pc:spChg>
        <pc:picChg chg="add mod">
          <ac:chgData name="서윤 배" userId="07eddc12072a1dbb" providerId="LiveId" clId="{82CFAF7E-8F12-426C-9644-1F5BD17DFFFB}" dt="2026-06-10T03:57:18.818" v="780" actId="1076"/>
          <ac:picMkLst>
            <pc:docMk/>
            <pc:sldMk cId="512444008" sldId="273"/>
            <ac:picMk id="4" creationId="{DCC3B7B4-928D-42B0-AE1A-8E119AB74CC6}"/>
          </ac:picMkLst>
        </pc:picChg>
        <pc:picChg chg="add del">
          <ac:chgData name="서윤 배" userId="07eddc12072a1dbb" providerId="LiveId" clId="{82CFAF7E-8F12-426C-9644-1F5BD17DFFFB}" dt="2026-06-10T03:57:01.186" v="777" actId="478"/>
          <ac:picMkLst>
            <pc:docMk/>
            <pc:sldMk cId="512444008" sldId="273"/>
            <ac:picMk id="6" creationId="{8551BE74-9289-4B8C-9F4C-24C77AF0A286}"/>
          </ac:picMkLst>
        </pc:picChg>
      </pc:sldChg>
      <pc:sldChg chg="addSp delSp modSp mod">
        <pc:chgData name="서윤 배" userId="07eddc12072a1dbb" providerId="LiveId" clId="{82CFAF7E-8F12-426C-9644-1F5BD17DFFFB}" dt="2026-06-11T09:33:51.635" v="3094" actId="1076"/>
        <pc:sldMkLst>
          <pc:docMk/>
          <pc:sldMk cId="1847530809" sldId="274"/>
        </pc:sldMkLst>
        <pc:picChg chg="add del mod">
          <ac:chgData name="서윤 배" userId="07eddc12072a1dbb" providerId="LiveId" clId="{82CFAF7E-8F12-426C-9644-1F5BD17DFFFB}" dt="2026-06-11T09:33:12.376" v="3088" actId="478"/>
          <ac:picMkLst>
            <pc:docMk/>
            <pc:sldMk cId="1847530809" sldId="274"/>
            <ac:picMk id="4" creationId="{6C11FCE9-EA80-4B05-A575-EC77AD0F1AAC}"/>
          </ac:picMkLst>
        </pc:picChg>
        <pc:picChg chg="add mod">
          <ac:chgData name="서윤 배" userId="07eddc12072a1dbb" providerId="LiveId" clId="{82CFAF7E-8F12-426C-9644-1F5BD17DFFFB}" dt="2026-06-11T09:33:51.635" v="3094" actId="1076"/>
          <ac:picMkLst>
            <pc:docMk/>
            <pc:sldMk cId="1847530809" sldId="274"/>
            <ac:picMk id="5" creationId="{95F8DD21-1831-4C90-96CD-7E6BA0FF7B3D}"/>
          </ac:picMkLst>
        </pc:picChg>
        <pc:picChg chg="add mod">
          <ac:chgData name="서윤 배" userId="07eddc12072a1dbb" providerId="LiveId" clId="{82CFAF7E-8F12-426C-9644-1F5BD17DFFFB}" dt="2026-06-11T09:33:47.598" v="3091" actId="1076"/>
          <ac:picMkLst>
            <pc:docMk/>
            <pc:sldMk cId="1847530809" sldId="274"/>
            <ac:picMk id="6" creationId="{FF9AFF11-EF50-4D32-9B54-F8C95D2A316F}"/>
          </ac:picMkLst>
        </pc:picChg>
      </pc:sldChg>
      <pc:sldChg chg="addSp delSp modSp mod setBg">
        <pc:chgData name="서윤 배" userId="07eddc12072a1dbb" providerId="LiveId" clId="{82CFAF7E-8F12-426C-9644-1F5BD17DFFFB}" dt="2026-06-11T09:36:06.968" v="3122" actId="1076"/>
        <pc:sldMkLst>
          <pc:docMk/>
          <pc:sldMk cId="717710054" sldId="275"/>
        </pc:sldMkLst>
        <pc:spChg chg="mod">
          <ac:chgData name="서윤 배" userId="07eddc12072a1dbb" providerId="LiveId" clId="{82CFAF7E-8F12-426C-9644-1F5BD17DFFFB}" dt="2026-06-08T16:34:51.922" v="550" actId="20577"/>
          <ac:spMkLst>
            <pc:docMk/>
            <pc:sldMk cId="717710054" sldId="275"/>
            <ac:spMk id="2" creationId="{4613B73F-3C47-43B1-84E3-65635EB7FBE5}"/>
          </ac:spMkLst>
        </pc:spChg>
        <pc:picChg chg="add mod">
          <ac:chgData name="서윤 배" userId="07eddc12072a1dbb" providerId="LiveId" clId="{82CFAF7E-8F12-426C-9644-1F5BD17DFFFB}" dt="2026-06-11T09:36:03.417" v="3120" actId="1076"/>
          <ac:picMkLst>
            <pc:docMk/>
            <pc:sldMk cId="717710054" sldId="275"/>
            <ac:picMk id="4" creationId="{356B13CE-A85B-47B3-8D7A-62A308D4D576}"/>
          </ac:picMkLst>
        </pc:picChg>
        <pc:picChg chg="add mod">
          <ac:chgData name="서윤 배" userId="07eddc12072a1dbb" providerId="LiveId" clId="{82CFAF7E-8F12-426C-9644-1F5BD17DFFFB}" dt="2026-06-11T09:36:06.968" v="3122" actId="1076"/>
          <ac:picMkLst>
            <pc:docMk/>
            <pc:sldMk cId="717710054" sldId="275"/>
            <ac:picMk id="5" creationId="{5B667D97-FF39-4307-BF4B-BDF1EA2B6CA1}"/>
          </ac:picMkLst>
        </pc:picChg>
        <pc:picChg chg="add mod">
          <ac:chgData name="서윤 배" userId="07eddc12072a1dbb" providerId="LiveId" clId="{82CFAF7E-8F12-426C-9644-1F5BD17DFFFB}" dt="2026-06-11T09:36:03.417" v="3120" actId="1076"/>
          <ac:picMkLst>
            <pc:docMk/>
            <pc:sldMk cId="717710054" sldId="275"/>
            <ac:picMk id="6" creationId="{9E4FF449-A993-44F0-9CE5-246BE6A6E619}"/>
          </ac:picMkLst>
        </pc:picChg>
        <pc:picChg chg="add del mod">
          <ac:chgData name="서윤 배" userId="07eddc12072a1dbb" providerId="LiveId" clId="{82CFAF7E-8F12-426C-9644-1F5BD17DFFFB}" dt="2026-06-11T09:35:07.898" v="3107" actId="478"/>
          <ac:picMkLst>
            <pc:docMk/>
            <pc:sldMk cId="717710054" sldId="275"/>
            <ac:picMk id="8" creationId="{DD03988D-338C-45C3-8246-AEE0896B4737}"/>
          </ac:picMkLst>
        </pc:picChg>
        <pc:picChg chg="add del mod">
          <ac:chgData name="서윤 배" userId="07eddc12072a1dbb" providerId="LiveId" clId="{82CFAF7E-8F12-426C-9644-1F5BD17DFFFB}" dt="2026-06-11T09:35:57.839" v="3119" actId="478"/>
          <ac:picMkLst>
            <pc:docMk/>
            <pc:sldMk cId="717710054" sldId="275"/>
            <ac:picMk id="9" creationId="{D0AEB489-3BCA-4673-9936-FD223BABD95A}"/>
          </ac:picMkLst>
        </pc:picChg>
        <pc:picChg chg="add del mod">
          <ac:chgData name="서윤 배" userId="07eddc12072a1dbb" providerId="LiveId" clId="{82CFAF7E-8F12-426C-9644-1F5BD17DFFFB}" dt="2026-06-11T09:35:57.839" v="3119" actId="478"/>
          <ac:picMkLst>
            <pc:docMk/>
            <pc:sldMk cId="717710054" sldId="275"/>
            <ac:picMk id="10" creationId="{9FCBE6B4-CFC0-43FE-B980-5B06976CAD57}"/>
          </ac:picMkLst>
        </pc:picChg>
      </pc:sldChg>
      <pc:sldChg chg="addSp modSp mod setBg">
        <pc:chgData name="서윤 배" userId="07eddc12072a1dbb" providerId="LiveId" clId="{82CFAF7E-8F12-426C-9644-1F5BD17DFFFB}" dt="2026-06-08T16:39:36.689" v="656" actId="1037"/>
        <pc:sldMkLst>
          <pc:docMk/>
          <pc:sldMk cId="2654895727" sldId="276"/>
        </pc:sldMkLst>
        <pc:spChg chg="mod">
          <ac:chgData name="서윤 배" userId="07eddc12072a1dbb" providerId="LiveId" clId="{82CFAF7E-8F12-426C-9644-1F5BD17DFFFB}" dt="2026-06-08T16:38:13.894" v="625" actId="20577"/>
          <ac:spMkLst>
            <pc:docMk/>
            <pc:sldMk cId="2654895727" sldId="276"/>
            <ac:spMk id="2" creationId="{4613B73F-3C47-43B1-84E3-65635EB7FBE5}"/>
          </ac:spMkLst>
        </pc:spChg>
        <pc:picChg chg="add mod">
          <ac:chgData name="서윤 배" userId="07eddc12072a1dbb" providerId="LiveId" clId="{82CFAF7E-8F12-426C-9644-1F5BD17DFFFB}" dt="2026-06-08T16:39:36.689" v="656" actId="1037"/>
          <ac:picMkLst>
            <pc:docMk/>
            <pc:sldMk cId="2654895727" sldId="276"/>
            <ac:picMk id="4" creationId="{D42856F0-E746-4943-8770-C2B57A58B191}"/>
          </ac:picMkLst>
        </pc:picChg>
        <pc:picChg chg="add mod">
          <ac:chgData name="서윤 배" userId="07eddc12072a1dbb" providerId="LiveId" clId="{82CFAF7E-8F12-426C-9644-1F5BD17DFFFB}" dt="2026-06-08T16:39:36.689" v="656" actId="1037"/>
          <ac:picMkLst>
            <pc:docMk/>
            <pc:sldMk cId="2654895727" sldId="276"/>
            <ac:picMk id="6" creationId="{9BCA3A14-4267-46FD-AB70-40CC576E395A}"/>
          </ac:picMkLst>
        </pc:picChg>
      </pc:sldChg>
      <pc:sldChg chg="addSp modSp mod">
        <pc:chgData name="서윤 배" userId="07eddc12072a1dbb" providerId="LiveId" clId="{82CFAF7E-8F12-426C-9644-1F5BD17DFFFB}" dt="2026-06-08T16:41:29.904" v="663" actId="1076"/>
        <pc:sldMkLst>
          <pc:docMk/>
          <pc:sldMk cId="1268297112" sldId="277"/>
        </pc:sldMkLst>
        <pc:spChg chg="mod">
          <ac:chgData name="서윤 배" userId="07eddc12072a1dbb" providerId="LiveId" clId="{82CFAF7E-8F12-426C-9644-1F5BD17DFFFB}" dt="2026-06-08T16:41:03.023" v="658" actId="20577"/>
          <ac:spMkLst>
            <pc:docMk/>
            <pc:sldMk cId="1268297112" sldId="277"/>
            <ac:spMk id="2" creationId="{4613B73F-3C47-43B1-84E3-65635EB7FBE5}"/>
          </ac:spMkLst>
        </pc:spChg>
        <pc:picChg chg="add mod">
          <ac:chgData name="서윤 배" userId="07eddc12072a1dbb" providerId="LiveId" clId="{82CFAF7E-8F12-426C-9644-1F5BD17DFFFB}" dt="2026-06-08T16:41:29.904" v="663" actId="1076"/>
          <ac:picMkLst>
            <pc:docMk/>
            <pc:sldMk cId="1268297112" sldId="277"/>
            <ac:picMk id="4" creationId="{06263332-7826-43DE-B784-BD12708B2216}"/>
          </ac:picMkLst>
        </pc:picChg>
      </pc:sldChg>
      <pc:sldChg chg="addSp delSp modSp mod ord">
        <pc:chgData name="서윤 배" userId="07eddc12072a1dbb" providerId="LiveId" clId="{82CFAF7E-8F12-426C-9644-1F5BD17DFFFB}" dt="2026-06-11T09:36:36.777" v="3126" actId="1076"/>
        <pc:sldMkLst>
          <pc:docMk/>
          <pc:sldMk cId="1409110448" sldId="278"/>
        </pc:sldMkLst>
        <pc:spChg chg="mod">
          <ac:chgData name="서윤 배" userId="07eddc12072a1dbb" providerId="LiveId" clId="{82CFAF7E-8F12-426C-9644-1F5BD17DFFFB}" dt="2026-06-08T16:41:05.210" v="660" actId="20577"/>
          <ac:spMkLst>
            <pc:docMk/>
            <pc:sldMk cId="1409110448" sldId="278"/>
            <ac:spMk id="2" creationId="{4613B73F-3C47-43B1-84E3-65635EB7FBE5}"/>
          </ac:spMkLst>
        </pc:spChg>
        <pc:picChg chg="add mod">
          <ac:chgData name="서윤 배" userId="07eddc12072a1dbb" providerId="LiveId" clId="{82CFAF7E-8F12-426C-9644-1F5BD17DFFFB}" dt="2026-06-08T16:42:45.718" v="674" actId="1076"/>
          <ac:picMkLst>
            <pc:docMk/>
            <pc:sldMk cId="1409110448" sldId="278"/>
            <ac:picMk id="4" creationId="{591AD420-B67C-40CC-AE25-D476B92678AA}"/>
          </ac:picMkLst>
        </pc:picChg>
        <pc:picChg chg="add mod">
          <ac:chgData name="서윤 배" userId="07eddc12072a1dbb" providerId="LiveId" clId="{82CFAF7E-8F12-426C-9644-1F5BD17DFFFB}" dt="2026-06-11T09:36:36.777" v="3126" actId="1076"/>
          <ac:picMkLst>
            <pc:docMk/>
            <pc:sldMk cId="1409110448" sldId="278"/>
            <ac:picMk id="5" creationId="{1758ACB8-E450-476E-A45A-0FA0F42F4D88}"/>
          </ac:picMkLst>
        </pc:picChg>
        <pc:picChg chg="add del mod">
          <ac:chgData name="서윤 배" userId="07eddc12072a1dbb" providerId="LiveId" clId="{82CFAF7E-8F12-426C-9644-1F5BD17DFFFB}" dt="2026-06-11T09:36:13.210" v="3123" actId="478"/>
          <ac:picMkLst>
            <pc:docMk/>
            <pc:sldMk cId="1409110448" sldId="278"/>
            <ac:picMk id="6" creationId="{4588CA7E-5305-4B2D-B8BD-A1CD765A9EA6}"/>
          </ac:picMkLst>
        </pc:picChg>
      </pc:sldChg>
      <pc:sldChg chg="addSp modSp add mod setBg">
        <pc:chgData name="서윤 배" userId="07eddc12072a1dbb" providerId="LiveId" clId="{82CFAF7E-8F12-426C-9644-1F5BD17DFFFB}" dt="2026-06-08T16:19:11.714" v="414" actId="14100"/>
        <pc:sldMkLst>
          <pc:docMk/>
          <pc:sldMk cId="3074045002" sldId="279"/>
        </pc:sldMkLst>
        <pc:picChg chg="add mod">
          <ac:chgData name="서윤 배" userId="07eddc12072a1dbb" providerId="LiveId" clId="{82CFAF7E-8F12-426C-9644-1F5BD17DFFFB}" dt="2026-06-08T16:19:08.511" v="413" actId="1076"/>
          <ac:picMkLst>
            <pc:docMk/>
            <pc:sldMk cId="3074045002" sldId="279"/>
            <ac:picMk id="4" creationId="{5A650F20-25E0-4BFE-B535-9777CD6DCEA0}"/>
          </ac:picMkLst>
        </pc:picChg>
        <pc:picChg chg="add mod">
          <ac:chgData name="서윤 배" userId="07eddc12072a1dbb" providerId="LiveId" clId="{82CFAF7E-8F12-426C-9644-1F5BD17DFFFB}" dt="2026-06-08T16:19:11.714" v="414" actId="14100"/>
          <ac:picMkLst>
            <pc:docMk/>
            <pc:sldMk cId="3074045002" sldId="279"/>
            <ac:picMk id="6" creationId="{E3BB37EC-5350-47CC-8D21-F00002B96DF4}"/>
          </ac:picMkLst>
        </pc:picChg>
      </pc:sldChg>
      <pc:sldChg chg="addSp delSp modSp add mod setBg">
        <pc:chgData name="서윤 배" userId="07eddc12072a1dbb" providerId="LiveId" clId="{82CFAF7E-8F12-426C-9644-1F5BD17DFFFB}" dt="2026-06-11T09:34:28.810" v="3100" actId="1076"/>
        <pc:sldMkLst>
          <pc:docMk/>
          <pc:sldMk cId="3916156040" sldId="280"/>
        </pc:sldMkLst>
        <pc:spChg chg="mod">
          <ac:chgData name="서윤 배" userId="07eddc12072a1dbb" providerId="LiveId" clId="{82CFAF7E-8F12-426C-9644-1F5BD17DFFFB}" dt="2026-06-08T16:19:22.990" v="416" actId="20577"/>
          <ac:spMkLst>
            <pc:docMk/>
            <pc:sldMk cId="3916156040" sldId="280"/>
            <ac:spMk id="2" creationId="{4613B73F-3C47-43B1-84E3-65635EB7FBE5}"/>
          </ac:spMkLst>
        </pc:spChg>
        <pc:picChg chg="add mod">
          <ac:chgData name="서윤 배" userId="07eddc12072a1dbb" providerId="LiveId" clId="{82CFAF7E-8F12-426C-9644-1F5BD17DFFFB}" dt="2026-06-11T09:34:24.589" v="3098" actId="1076"/>
          <ac:picMkLst>
            <pc:docMk/>
            <pc:sldMk cId="3916156040" sldId="280"/>
            <ac:picMk id="4" creationId="{20167E57-DFB7-4820-94BA-81B5F24A1FE6}"/>
          </ac:picMkLst>
        </pc:picChg>
        <pc:picChg chg="add mod">
          <ac:chgData name="서윤 배" userId="07eddc12072a1dbb" providerId="LiveId" clId="{82CFAF7E-8F12-426C-9644-1F5BD17DFFFB}" dt="2026-06-11T09:34:28.810" v="3100" actId="1076"/>
          <ac:picMkLst>
            <pc:docMk/>
            <pc:sldMk cId="3916156040" sldId="280"/>
            <ac:picMk id="5" creationId="{BC42E4D0-0F85-4F3C-A13C-4305868098C9}"/>
          </ac:picMkLst>
        </pc:picChg>
        <pc:picChg chg="add del mod modCrop">
          <ac:chgData name="서윤 배" userId="07eddc12072a1dbb" providerId="LiveId" clId="{82CFAF7E-8F12-426C-9644-1F5BD17DFFFB}" dt="2026-06-08T16:20:39.887" v="425" actId="478"/>
          <ac:picMkLst>
            <pc:docMk/>
            <pc:sldMk cId="3916156040" sldId="280"/>
            <ac:picMk id="6" creationId="{F34ABE12-2889-4D91-B395-FC3771F73916}"/>
          </ac:picMkLst>
        </pc:picChg>
        <pc:picChg chg="add del mod modCrop">
          <ac:chgData name="서윤 배" userId="07eddc12072a1dbb" providerId="LiveId" clId="{82CFAF7E-8F12-426C-9644-1F5BD17DFFFB}" dt="2026-06-11T09:33:56.856" v="3095" actId="478"/>
          <ac:picMkLst>
            <pc:docMk/>
            <pc:sldMk cId="3916156040" sldId="280"/>
            <ac:picMk id="8" creationId="{F96CFF92-8775-4764-A4ED-326D59D29EFB}"/>
          </ac:picMkLst>
        </pc:picChg>
      </pc:sldChg>
      <pc:sldChg chg="addSp delSp modSp add mod setBg">
        <pc:chgData name="서윤 배" userId="07eddc12072a1dbb" providerId="LiveId" clId="{82CFAF7E-8F12-426C-9644-1F5BD17DFFFB}" dt="2026-06-08T16:22:11.978" v="467" actId="1076"/>
        <pc:sldMkLst>
          <pc:docMk/>
          <pc:sldMk cId="3326939336" sldId="281"/>
        </pc:sldMkLst>
        <pc:spChg chg="mod">
          <ac:chgData name="서윤 배" userId="07eddc12072a1dbb" providerId="LiveId" clId="{82CFAF7E-8F12-426C-9644-1F5BD17DFFFB}" dt="2026-06-08T16:19:26.805" v="418" actId="20577"/>
          <ac:spMkLst>
            <pc:docMk/>
            <pc:sldMk cId="3326939336" sldId="281"/>
            <ac:spMk id="2" creationId="{4613B73F-3C47-43B1-84E3-65635EB7FBE5}"/>
          </ac:spMkLst>
        </pc:spChg>
        <pc:picChg chg="add del mod">
          <ac:chgData name="서윤 배" userId="07eddc12072a1dbb" providerId="LiveId" clId="{82CFAF7E-8F12-426C-9644-1F5BD17DFFFB}" dt="2026-06-08T16:21:46.690" v="459" actId="478"/>
          <ac:picMkLst>
            <pc:docMk/>
            <pc:sldMk cId="3326939336" sldId="281"/>
            <ac:picMk id="4" creationId="{662EC9E9-64B0-475A-B3A4-1D0FFAC741CE}"/>
          </ac:picMkLst>
        </pc:picChg>
        <pc:picChg chg="add mod">
          <ac:chgData name="서윤 배" userId="07eddc12072a1dbb" providerId="LiveId" clId="{82CFAF7E-8F12-426C-9644-1F5BD17DFFFB}" dt="2026-06-08T16:22:09.140" v="466" actId="14100"/>
          <ac:picMkLst>
            <pc:docMk/>
            <pc:sldMk cId="3326939336" sldId="281"/>
            <ac:picMk id="6" creationId="{56733FAB-51B5-497A-A7F7-8C0B419F63AC}"/>
          </ac:picMkLst>
        </pc:picChg>
        <pc:picChg chg="add mod">
          <ac:chgData name="서윤 배" userId="07eddc12072a1dbb" providerId="LiveId" clId="{82CFAF7E-8F12-426C-9644-1F5BD17DFFFB}" dt="2026-06-08T16:22:11.978" v="467" actId="1076"/>
          <ac:picMkLst>
            <pc:docMk/>
            <pc:sldMk cId="3326939336" sldId="281"/>
            <ac:picMk id="8" creationId="{6729826F-C641-40A5-A595-DB69EDA71CEB}"/>
          </ac:picMkLst>
        </pc:picChg>
      </pc:sldChg>
      <pc:sldChg chg="addSp delSp modSp add mod setBg">
        <pc:chgData name="서윤 배" userId="07eddc12072a1dbb" providerId="LiveId" clId="{82CFAF7E-8F12-426C-9644-1F5BD17DFFFB}" dt="2026-06-11T09:35:01.949" v="3106" actId="1076"/>
        <pc:sldMkLst>
          <pc:docMk/>
          <pc:sldMk cId="1405684044" sldId="282"/>
        </pc:sldMkLst>
        <pc:spChg chg="mod">
          <ac:chgData name="서윤 배" userId="07eddc12072a1dbb" providerId="LiveId" clId="{82CFAF7E-8F12-426C-9644-1F5BD17DFFFB}" dt="2026-06-08T16:22:51.901" v="469" actId="20577"/>
          <ac:spMkLst>
            <pc:docMk/>
            <pc:sldMk cId="1405684044" sldId="282"/>
            <ac:spMk id="2" creationId="{4613B73F-3C47-43B1-84E3-65635EB7FBE5}"/>
          </ac:spMkLst>
        </pc:spChg>
        <pc:picChg chg="add del mod modCrop">
          <ac:chgData name="서윤 배" userId="07eddc12072a1dbb" providerId="LiveId" clId="{82CFAF7E-8F12-426C-9644-1F5BD17DFFFB}" dt="2026-06-11T09:34:32.248" v="3101" actId="478"/>
          <ac:picMkLst>
            <pc:docMk/>
            <pc:sldMk cId="1405684044" sldId="282"/>
            <ac:picMk id="4" creationId="{2DF0E6D9-47EE-442C-B270-FA1D3EF87BE3}"/>
          </ac:picMkLst>
        </pc:picChg>
        <pc:picChg chg="add mod">
          <ac:chgData name="서윤 배" userId="07eddc12072a1dbb" providerId="LiveId" clId="{82CFAF7E-8F12-426C-9644-1F5BD17DFFFB}" dt="2026-06-11T09:35:01.949" v="3106" actId="1076"/>
          <ac:picMkLst>
            <pc:docMk/>
            <pc:sldMk cId="1405684044" sldId="282"/>
            <ac:picMk id="5" creationId="{C329B925-A765-4DA2-98EC-8DD719F46BCE}"/>
          </ac:picMkLst>
        </pc:picChg>
        <pc:picChg chg="add mod">
          <ac:chgData name="서윤 배" userId="07eddc12072a1dbb" providerId="LiveId" clId="{82CFAF7E-8F12-426C-9644-1F5BD17DFFFB}" dt="2026-06-11T09:34:57.274" v="3104" actId="1076"/>
          <ac:picMkLst>
            <pc:docMk/>
            <pc:sldMk cId="1405684044" sldId="282"/>
            <ac:picMk id="6" creationId="{02D5A528-8FB3-46D5-A6A3-E53CEFDE0C9D}"/>
          </ac:picMkLst>
        </pc:picChg>
      </pc:sldChg>
      <pc:sldChg chg="addSp modSp add mod setBg">
        <pc:chgData name="서윤 배" userId="07eddc12072a1dbb" providerId="LiveId" clId="{82CFAF7E-8F12-426C-9644-1F5BD17DFFFB}" dt="2026-06-08T16:23:26.054" v="482" actId="14100"/>
        <pc:sldMkLst>
          <pc:docMk/>
          <pc:sldMk cId="506357378" sldId="283"/>
        </pc:sldMkLst>
        <pc:spChg chg="mod">
          <ac:chgData name="서윤 배" userId="07eddc12072a1dbb" providerId="LiveId" clId="{82CFAF7E-8F12-426C-9644-1F5BD17DFFFB}" dt="2026-06-08T16:22:55.436" v="471" actId="20577"/>
          <ac:spMkLst>
            <pc:docMk/>
            <pc:sldMk cId="506357378" sldId="283"/>
            <ac:spMk id="2" creationId="{4613B73F-3C47-43B1-84E3-65635EB7FBE5}"/>
          </ac:spMkLst>
        </pc:spChg>
        <pc:picChg chg="add mod">
          <ac:chgData name="서윤 배" userId="07eddc12072a1dbb" providerId="LiveId" clId="{82CFAF7E-8F12-426C-9644-1F5BD17DFFFB}" dt="2026-06-08T16:23:23.353" v="481" actId="1076"/>
          <ac:picMkLst>
            <pc:docMk/>
            <pc:sldMk cId="506357378" sldId="283"/>
            <ac:picMk id="4" creationId="{D23E74FA-0421-466A-8E60-99FF0FE9EB62}"/>
          </ac:picMkLst>
        </pc:picChg>
        <pc:picChg chg="add mod">
          <ac:chgData name="서윤 배" userId="07eddc12072a1dbb" providerId="LiveId" clId="{82CFAF7E-8F12-426C-9644-1F5BD17DFFFB}" dt="2026-06-08T16:23:26.054" v="482" actId="14100"/>
          <ac:picMkLst>
            <pc:docMk/>
            <pc:sldMk cId="506357378" sldId="283"/>
            <ac:picMk id="6" creationId="{976B97DD-CE4C-422B-A4A2-707FA539FA18}"/>
          </ac:picMkLst>
        </pc:picChg>
      </pc:sldChg>
      <pc:sldChg chg="add del setBg">
        <pc:chgData name="서윤 배" userId="07eddc12072a1dbb" providerId="LiveId" clId="{82CFAF7E-8F12-426C-9644-1F5BD17DFFFB}" dt="2026-06-10T03:58:34.749" v="790" actId="47"/>
        <pc:sldMkLst>
          <pc:docMk/>
          <pc:sldMk cId="502607907" sldId="284"/>
        </pc:sldMkLst>
      </pc:sldChg>
      <pc:sldChg chg="add del setBg">
        <pc:chgData name="서윤 배" userId="07eddc12072a1dbb" providerId="LiveId" clId="{82CFAF7E-8F12-426C-9644-1F5BD17DFFFB}" dt="2026-06-10T03:58:37.275" v="791" actId="47"/>
        <pc:sldMkLst>
          <pc:docMk/>
          <pc:sldMk cId="1342178185" sldId="285"/>
        </pc:sldMkLst>
      </pc:sldChg>
      <pc:sldChg chg="addSp delSp modSp new mod setBg">
        <pc:chgData name="서윤 배" userId="07eddc12072a1dbb" providerId="LiveId" clId="{82CFAF7E-8F12-426C-9644-1F5BD17DFFFB}" dt="2026-06-11T08:33:10.608" v="2581" actId="20577"/>
        <pc:sldMkLst>
          <pc:docMk/>
          <pc:sldMk cId="2018700671" sldId="286"/>
        </pc:sldMkLst>
        <pc:spChg chg="del">
          <ac:chgData name="서윤 배" userId="07eddc12072a1dbb" providerId="LiveId" clId="{82CFAF7E-8F12-426C-9644-1F5BD17DFFFB}" dt="2026-06-10T03:57:39.465" v="782" actId="478"/>
          <ac:spMkLst>
            <pc:docMk/>
            <pc:sldMk cId="2018700671" sldId="286"/>
            <ac:spMk id="2" creationId="{E72CFF11-78D9-484C-B981-AE7774C38F10}"/>
          </ac:spMkLst>
        </pc:spChg>
        <pc:spChg chg="del">
          <ac:chgData name="서윤 배" userId="07eddc12072a1dbb" providerId="LiveId" clId="{82CFAF7E-8F12-426C-9644-1F5BD17DFFFB}" dt="2026-06-10T04:00:01.971" v="865" actId="478"/>
          <ac:spMkLst>
            <pc:docMk/>
            <pc:sldMk cId="2018700671" sldId="286"/>
            <ac:spMk id="3" creationId="{74C9B37F-99E5-4D08-BF3D-D8879F3A4F36}"/>
          </ac:spMkLst>
        </pc:spChg>
        <pc:spChg chg="add del mod">
          <ac:chgData name="서윤 배" userId="07eddc12072a1dbb" providerId="LiveId" clId="{82CFAF7E-8F12-426C-9644-1F5BD17DFFFB}" dt="2026-06-11T08:31:43.451" v="2522" actId="478"/>
          <ac:spMkLst>
            <pc:docMk/>
            <pc:sldMk cId="2018700671" sldId="286"/>
            <ac:spMk id="5" creationId="{A3105672-1AD1-424B-BB95-A21A83E379E3}"/>
          </ac:spMkLst>
        </pc:spChg>
        <pc:spChg chg="add del mod">
          <ac:chgData name="서윤 배" userId="07eddc12072a1dbb" providerId="LiveId" clId="{82CFAF7E-8F12-426C-9644-1F5BD17DFFFB}" dt="2026-06-11T08:33:02.263" v="2565" actId="478"/>
          <ac:spMkLst>
            <pc:docMk/>
            <pc:sldMk cId="2018700671" sldId="286"/>
            <ac:spMk id="10" creationId="{049F5FDB-CFAE-4120-A63E-A25BE4A48BE5}"/>
          </ac:spMkLst>
        </pc:spChg>
        <pc:spChg chg="add mod">
          <ac:chgData name="서윤 배" userId="07eddc12072a1dbb" providerId="LiveId" clId="{82CFAF7E-8F12-426C-9644-1F5BD17DFFFB}" dt="2026-06-11T08:33:10.608" v="2581" actId="20577"/>
          <ac:spMkLst>
            <pc:docMk/>
            <pc:sldMk cId="2018700671" sldId="286"/>
            <ac:spMk id="11" creationId="{87054E83-B61E-4C1E-9022-F2E39A65D878}"/>
          </ac:spMkLst>
        </pc:spChg>
        <pc:picChg chg="add del mod">
          <ac:chgData name="서윤 배" userId="07eddc12072a1dbb" providerId="LiveId" clId="{82CFAF7E-8F12-426C-9644-1F5BD17DFFFB}" dt="2026-06-10T04:01:19.762" v="875" actId="478"/>
          <ac:picMkLst>
            <pc:docMk/>
            <pc:sldMk cId="2018700671" sldId="286"/>
            <ac:picMk id="6" creationId="{EEC3B5D6-7385-48BF-8233-AE7AFD3D4EF5}"/>
          </ac:picMkLst>
        </pc:picChg>
        <pc:picChg chg="add mod">
          <ac:chgData name="서윤 배" userId="07eddc12072a1dbb" providerId="LiveId" clId="{82CFAF7E-8F12-426C-9644-1F5BD17DFFFB}" dt="2026-06-11T08:32:21.266" v="2541" actId="1038"/>
          <ac:picMkLst>
            <pc:docMk/>
            <pc:sldMk cId="2018700671" sldId="286"/>
            <ac:picMk id="7" creationId="{E6558377-F0ED-4023-93E3-7F486342497A}"/>
          </ac:picMkLst>
        </pc:picChg>
        <pc:picChg chg="add del mod">
          <ac:chgData name="서윤 배" userId="07eddc12072a1dbb" providerId="LiveId" clId="{82CFAF7E-8F12-426C-9644-1F5BD17DFFFB}" dt="2026-06-11T08:24:11.547" v="2397" actId="478"/>
          <ac:picMkLst>
            <pc:docMk/>
            <pc:sldMk cId="2018700671" sldId="286"/>
            <ac:picMk id="8" creationId="{63694B94-31E4-40D5-A93C-9F984D09AA46}"/>
          </ac:picMkLst>
        </pc:picChg>
        <pc:cxnChg chg="add del">
          <ac:chgData name="서윤 배" userId="07eddc12072a1dbb" providerId="LiveId" clId="{82CFAF7E-8F12-426C-9644-1F5BD17DFFFB}" dt="2026-06-11T08:08:03.662" v="2396" actId="478"/>
          <ac:cxnSpMkLst>
            <pc:docMk/>
            <pc:sldMk cId="2018700671" sldId="286"/>
            <ac:cxnSpMk id="3" creationId="{95B44B06-C51E-40CF-B876-5EC18B1D4B93}"/>
          </ac:cxnSpMkLst>
        </pc:cxnChg>
      </pc:sldChg>
      <pc:sldChg chg="addSp delSp modSp add mod setBg">
        <pc:chgData name="서윤 배" userId="07eddc12072a1dbb" providerId="LiveId" clId="{82CFAF7E-8F12-426C-9644-1F5BD17DFFFB}" dt="2026-06-11T08:33:18.104" v="2592" actId="20577"/>
        <pc:sldMkLst>
          <pc:docMk/>
          <pc:sldMk cId="3419421920" sldId="287"/>
        </pc:sldMkLst>
        <pc:spChg chg="del mod">
          <ac:chgData name="서윤 배" userId="07eddc12072a1dbb" providerId="LiveId" clId="{82CFAF7E-8F12-426C-9644-1F5BD17DFFFB}" dt="2026-06-11T08:31:41.023" v="2521" actId="478"/>
          <ac:spMkLst>
            <pc:docMk/>
            <pc:sldMk cId="3419421920" sldId="287"/>
            <ac:spMk id="5" creationId="{A3105672-1AD1-424B-BB95-A21A83E379E3}"/>
          </ac:spMkLst>
        </pc:spChg>
        <pc:spChg chg="add del mod">
          <ac:chgData name="서윤 배" userId="07eddc12072a1dbb" providerId="LiveId" clId="{82CFAF7E-8F12-426C-9644-1F5BD17DFFFB}" dt="2026-06-11T08:33:13.684" v="2582" actId="478"/>
          <ac:spMkLst>
            <pc:docMk/>
            <pc:sldMk cId="3419421920" sldId="287"/>
            <ac:spMk id="8" creationId="{CB8303CE-AC82-47AE-9632-C6F1EE900096}"/>
          </ac:spMkLst>
        </pc:spChg>
        <pc:spChg chg="add mod">
          <ac:chgData name="서윤 배" userId="07eddc12072a1dbb" providerId="LiveId" clId="{82CFAF7E-8F12-426C-9644-1F5BD17DFFFB}" dt="2026-06-11T08:33:18.104" v="2592" actId="20577"/>
          <ac:spMkLst>
            <pc:docMk/>
            <pc:sldMk cId="3419421920" sldId="287"/>
            <ac:spMk id="9" creationId="{F5751152-6F82-4DB7-A29A-FB3E85E93AB4}"/>
          </ac:spMkLst>
        </pc:spChg>
        <pc:picChg chg="add del mod">
          <ac:chgData name="서윤 배" userId="07eddc12072a1dbb" providerId="LiveId" clId="{82CFAF7E-8F12-426C-9644-1F5BD17DFFFB}" dt="2026-06-11T08:24:12.737" v="2398" actId="478"/>
          <ac:picMkLst>
            <pc:docMk/>
            <pc:sldMk cId="3419421920" sldId="287"/>
            <ac:picMk id="3" creationId="{D483127D-9692-4F83-BBB0-BF0AE29C7372}"/>
          </ac:picMkLst>
        </pc:picChg>
        <pc:picChg chg="add mod">
          <ac:chgData name="서윤 배" userId="07eddc12072a1dbb" providerId="LiveId" clId="{82CFAF7E-8F12-426C-9644-1F5BD17DFFFB}" dt="2026-06-11T08:32:26.461" v="2542" actId="14100"/>
          <ac:picMkLst>
            <pc:docMk/>
            <pc:sldMk cId="3419421920" sldId="287"/>
            <ac:picMk id="6" creationId="{544A189B-3A3D-4587-86B4-DC649A2A0F8B}"/>
          </ac:picMkLst>
        </pc:picChg>
        <pc:picChg chg="del">
          <ac:chgData name="서윤 배" userId="07eddc12072a1dbb" providerId="LiveId" clId="{82CFAF7E-8F12-426C-9644-1F5BD17DFFFB}" dt="2026-06-10T04:03:11.525" v="884" actId="478"/>
          <ac:picMkLst>
            <pc:docMk/>
            <pc:sldMk cId="3419421920" sldId="287"/>
            <ac:picMk id="8" creationId="{63694B94-31E4-40D5-A93C-9F984D09AA46}"/>
          </ac:picMkLst>
        </pc:picChg>
      </pc:sldChg>
      <pc:sldChg chg="addSp delSp modSp add mod setBg">
        <pc:chgData name="서윤 배" userId="07eddc12072a1dbb" providerId="LiveId" clId="{82CFAF7E-8F12-426C-9644-1F5BD17DFFFB}" dt="2026-06-11T08:33:24.692" v="2603" actId="20577"/>
        <pc:sldMkLst>
          <pc:docMk/>
          <pc:sldMk cId="2276726297" sldId="288"/>
        </pc:sldMkLst>
        <pc:spChg chg="del">
          <ac:chgData name="서윤 배" userId="07eddc12072a1dbb" providerId="LiveId" clId="{82CFAF7E-8F12-426C-9644-1F5BD17DFFFB}" dt="2026-06-11T08:31:46.444" v="2523" actId="478"/>
          <ac:spMkLst>
            <pc:docMk/>
            <pc:sldMk cId="2276726297" sldId="288"/>
            <ac:spMk id="5" creationId="{A3105672-1AD1-424B-BB95-A21A83E379E3}"/>
          </ac:spMkLst>
        </pc:spChg>
        <pc:spChg chg="add del mod">
          <ac:chgData name="서윤 배" userId="07eddc12072a1dbb" providerId="LiveId" clId="{82CFAF7E-8F12-426C-9644-1F5BD17DFFFB}" dt="2026-06-11T08:33:20.718" v="2593" actId="478"/>
          <ac:spMkLst>
            <pc:docMk/>
            <pc:sldMk cId="2276726297" sldId="288"/>
            <ac:spMk id="8" creationId="{CD01CCA0-7BD1-460A-A439-86D7D098AAC3}"/>
          </ac:spMkLst>
        </pc:spChg>
        <pc:spChg chg="add mod">
          <ac:chgData name="서윤 배" userId="07eddc12072a1dbb" providerId="LiveId" clId="{82CFAF7E-8F12-426C-9644-1F5BD17DFFFB}" dt="2026-06-11T08:33:24.692" v="2603" actId="20577"/>
          <ac:spMkLst>
            <pc:docMk/>
            <pc:sldMk cId="2276726297" sldId="288"/>
            <ac:spMk id="9" creationId="{74C7543D-3E3B-448B-BD1D-E4381EA47D9A}"/>
          </ac:spMkLst>
        </pc:spChg>
        <pc:picChg chg="add del mod modCrop">
          <ac:chgData name="서윤 배" userId="07eddc12072a1dbb" providerId="LiveId" clId="{82CFAF7E-8F12-426C-9644-1F5BD17DFFFB}" dt="2026-06-11T08:24:14.831" v="2399" actId="478"/>
          <ac:picMkLst>
            <pc:docMk/>
            <pc:sldMk cId="2276726297" sldId="288"/>
            <ac:picMk id="3" creationId="{5FB09BB4-4967-440A-8125-21081FB5340E}"/>
          </ac:picMkLst>
        </pc:picChg>
        <pc:picChg chg="add mod">
          <ac:chgData name="서윤 배" userId="07eddc12072a1dbb" providerId="LiveId" clId="{82CFAF7E-8F12-426C-9644-1F5BD17DFFFB}" dt="2026-06-11T08:32:32.200" v="2551" actId="1038"/>
          <ac:picMkLst>
            <pc:docMk/>
            <pc:sldMk cId="2276726297" sldId="288"/>
            <ac:picMk id="6" creationId="{3B7AE29B-8963-483C-8FFA-BAAD4D160094}"/>
          </ac:picMkLst>
        </pc:picChg>
        <pc:picChg chg="del">
          <ac:chgData name="서윤 배" userId="07eddc12072a1dbb" providerId="LiveId" clId="{82CFAF7E-8F12-426C-9644-1F5BD17DFFFB}" dt="2026-06-10T04:04:54.375" v="892" actId="478"/>
          <ac:picMkLst>
            <pc:docMk/>
            <pc:sldMk cId="2276726297" sldId="288"/>
            <ac:picMk id="8" creationId="{63694B94-31E4-40D5-A93C-9F984D09AA46}"/>
          </ac:picMkLst>
        </pc:picChg>
      </pc:sldChg>
      <pc:sldChg chg="addSp delSp modSp add del mod setBg">
        <pc:chgData name="서윤 배" userId="07eddc12072a1dbb" providerId="LiveId" clId="{82CFAF7E-8F12-426C-9644-1F5BD17DFFFB}" dt="2026-06-10T04:42:28.944" v="2162" actId="47"/>
        <pc:sldMkLst>
          <pc:docMk/>
          <pc:sldMk cId="3688674136" sldId="289"/>
        </pc:sldMkLst>
        <pc:spChg chg="mod">
          <ac:chgData name="서윤 배" userId="07eddc12072a1dbb" providerId="LiveId" clId="{82CFAF7E-8F12-426C-9644-1F5BD17DFFFB}" dt="2026-06-10T04:06:15.992" v="926" actId="20577"/>
          <ac:spMkLst>
            <pc:docMk/>
            <pc:sldMk cId="3688674136" sldId="289"/>
            <ac:spMk id="5" creationId="{A3105672-1AD1-424B-BB95-A21A83E379E3}"/>
          </ac:spMkLst>
        </pc:spChg>
        <pc:picChg chg="del">
          <ac:chgData name="서윤 배" userId="07eddc12072a1dbb" providerId="LiveId" clId="{82CFAF7E-8F12-426C-9644-1F5BD17DFFFB}" dt="2026-06-10T04:06:01.305" v="908" actId="478"/>
          <ac:picMkLst>
            <pc:docMk/>
            <pc:sldMk cId="3688674136" sldId="289"/>
            <ac:picMk id="3" creationId="{5FB09BB4-4967-440A-8125-21081FB5340E}"/>
          </ac:picMkLst>
        </pc:picChg>
        <pc:picChg chg="add mod modCrop">
          <ac:chgData name="서윤 배" userId="07eddc12072a1dbb" providerId="LiveId" clId="{82CFAF7E-8F12-426C-9644-1F5BD17DFFFB}" dt="2026-06-10T04:10:13.616" v="946" actId="1076"/>
          <ac:picMkLst>
            <pc:docMk/>
            <pc:sldMk cId="3688674136" sldId="289"/>
            <ac:picMk id="6" creationId="{B306183E-20B6-4375-BE26-B54CAE5D244B}"/>
          </ac:picMkLst>
        </pc:picChg>
      </pc:sldChg>
      <pc:sldChg chg="delSp modSp add del mod ord setBg">
        <pc:chgData name="서윤 배" userId="07eddc12072a1dbb" providerId="LiveId" clId="{82CFAF7E-8F12-426C-9644-1F5BD17DFFFB}" dt="2026-06-10T04:25:40.559" v="1384" actId="47"/>
        <pc:sldMkLst>
          <pc:docMk/>
          <pc:sldMk cId="1601623211" sldId="290"/>
        </pc:sldMkLst>
        <pc:spChg chg="mod">
          <ac:chgData name="서윤 배" userId="07eddc12072a1dbb" providerId="LiveId" clId="{82CFAF7E-8F12-426C-9644-1F5BD17DFFFB}" dt="2026-06-10T04:12:42.811" v="971" actId="20577"/>
          <ac:spMkLst>
            <pc:docMk/>
            <pc:sldMk cId="1601623211" sldId="290"/>
            <ac:spMk id="5" creationId="{A3105672-1AD1-424B-BB95-A21A83E379E3}"/>
          </ac:spMkLst>
        </pc:spChg>
        <pc:picChg chg="del">
          <ac:chgData name="서윤 배" userId="07eddc12072a1dbb" providerId="LiveId" clId="{82CFAF7E-8F12-426C-9644-1F5BD17DFFFB}" dt="2026-06-10T04:06:42.488" v="941" actId="478"/>
          <ac:picMkLst>
            <pc:docMk/>
            <pc:sldMk cId="1601623211" sldId="290"/>
            <ac:picMk id="3" creationId="{5FB09BB4-4967-440A-8125-21081FB5340E}"/>
          </ac:picMkLst>
        </pc:picChg>
      </pc:sldChg>
      <pc:sldChg chg="addSp delSp modSp new del mod">
        <pc:chgData name="서윤 배" userId="07eddc12072a1dbb" providerId="LiveId" clId="{82CFAF7E-8F12-426C-9644-1F5BD17DFFFB}" dt="2026-06-10T04:26:35.836" v="1421" actId="47"/>
        <pc:sldMkLst>
          <pc:docMk/>
          <pc:sldMk cId="2321816688" sldId="291"/>
        </pc:sldMkLst>
        <pc:spChg chg="del">
          <ac:chgData name="서윤 배" userId="07eddc12072a1dbb" providerId="LiveId" clId="{82CFAF7E-8F12-426C-9644-1F5BD17DFFFB}" dt="2026-06-10T04:17:23.802" v="1063" actId="478"/>
          <ac:spMkLst>
            <pc:docMk/>
            <pc:sldMk cId="2321816688" sldId="291"/>
            <ac:spMk id="2" creationId="{60A9E8E1-4789-47C0-8AA3-B74D3A069BE4}"/>
          </ac:spMkLst>
        </pc:spChg>
        <pc:spChg chg="mod">
          <ac:chgData name="서윤 배" userId="07eddc12072a1dbb" providerId="LiveId" clId="{82CFAF7E-8F12-426C-9644-1F5BD17DFFFB}" dt="2026-06-10T04:25:47.448" v="1385" actId="20577"/>
          <ac:spMkLst>
            <pc:docMk/>
            <pc:sldMk cId="2321816688" sldId="291"/>
            <ac:spMk id="3" creationId="{F1DF81FA-BA54-4086-A7B8-12CC473C6557}"/>
          </ac:spMkLst>
        </pc:spChg>
        <pc:spChg chg="add del">
          <ac:chgData name="서윤 배" userId="07eddc12072a1dbb" providerId="LiveId" clId="{82CFAF7E-8F12-426C-9644-1F5BD17DFFFB}" dt="2026-06-10T04:16:14.834" v="1037"/>
          <ac:spMkLst>
            <pc:docMk/>
            <pc:sldMk cId="2321816688" sldId="291"/>
            <ac:spMk id="5" creationId="{901E5F65-BF39-4FFF-8E57-4AEAB31FDE07}"/>
          </ac:spMkLst>
        </pc:spChg>
        <pc:spChg chg="add del">
          <ac:chgData name="서윤 배" userId="07eddc12072a1dbb" providerId="LiveId" clId="{82CFAF7E-8F12-426C-9644-1F5BD17DFFFB}" dt="2026-06-10T04:16:18.899" v="1039"/>
          <ac:spMkLst>
            <pc:docMk/>
            <pc:sldMk cId="2321816688" sldId="291"/>
            <ac:spMk id="6" creationId="{D1177361-80E9-43FE-B07F-E7C94C53B5AA}"/>
          </ac:spMkLst>
        </pc:spChg>
        <pc:spChg chg="add mod">
          <ac:chgData name="서윤 배" userId="07eddc12072a1dbb" providerId="LiveId" clId="{82CFAF7E-8F12-426C-9644-1F5BD17DFFFB}" dt="2026-06-10T04:17:24.097" v="1064"/>
          <ac:spMkLst>
            <pc:docMk/>
            <pc:sldMk cId="2321816688" sldId="291"/>
            <ac:spMk id="7" creationId="{0EB4AB13-A5B5-4E05-A453-A6A4589E7AAD}"/>
          </ac:spMkLst>
        </pc:spChg>
        <pc:graphicFrameChg chg="add mod modGraphic">
          <ac:chgData name="서윤 배" userId="07eddc12072a1dbb" providerId="LiveId" clId="{82CFAF7E-8F12-426C-9644-1F5BD17DFFFB}" dt="2026-06-10T04:24:53.643" v="1383" actId="12269"/>
          <ac:graphicFrameMkLst>
            <pc:docMk/>
            <pc:sldMk cId="2321816688" sldId="291"/>
            <ac:graphicFrameMk id="11" creationId="{6F841832-1B74-4383-A5FE-0A595864E9F3}"/>
          </ac:graphicFrameMkLst>
        </pc:graphicFrameChg>
      </pc:sldChg>
      <pc:sldChg chg="addSp delSp modSp new del mod setBg">
        <pc:chgData name="서윤 배" userId="07eddc12072a1dbb" providerId="LiveId" clId="{82CFAF7E-8F12-426C-9644-1F5BD17DFFFB}" dt="2026-06-11T08:31:15.554" v="2517" actId="2696"/>
        <pc:sldMkLst>
          <pc:docMk/>
          <pc:sldMk cId="2808801910" sldId="292"/>
        </pc:sldMkLst>
        <pc:spChg chg="mod">
          <ac:chgData name="서윤 배" userId="07eddc12072a1dbb" providerId="LiveId" clId="{82CFAF7E-8F12-426C-9644-1F5BD17DFFFB}" dt="2026-06-10T04:55:44.125" v="2394" actId="20577"/>
          <ac:spMkLst>
            <pc:docMk/>
            <pc:sldMk cId="2808801910" sldId="292"/>
            <ac:spMk id="2" creationId="{B265D5E0-0E8A-46D8-AB1F-CAD8E00C08A3}"/>
          </ac:spMkLst>
        </pc:spChg>
        <pc:spChg chg="add del mod">
          <ac:chgData name="서윤 배" userId="07eddc12072a1dbb" providerId="LiveId" clId="{82CFAF7E-8F12-426C-9644-1F5BD17DFFFB}" dt="2026-06-11T08:28:21.856" v="2428" actId="478"/>
          <ac:spMkLst>
            <pc:docMk/>
            <pc:sldMk cId="2808801910" sldId="292"/>
            <ac:spMk id="3" creationId="{0DF66A2A-9042-441A-B41E-587480A2AE4C}"/>
          </ac:spMkLst>
        </pc:spChg>
        <pc:spChg chg="add mod">
          <ac:chgData name="서윤 배" userId="07eddc12072a1dbb" providerId="LiveId" clId="{82CFAF7E-8F12-426C-9644-1F5BD17DFFFB}" dt="2026-06-11T08:29:14.857" v="2469" actId="1035"/>
          <ac:spMkLst>
            <pc:docMk/>
            <pc:sldMk cId="2808801910" sldId="292"/>
            <ac:spMk id="5" creationId="{AB0ED6FD-652F-4BA3-9EC9-D883DFE7B787}"/>
          </ac:spMkLst>
        </pc:spChg>
        <pc:spChg chg="add del mod">
          <ac:chgData name="서윤 배" userId="07eddc12072a1dbb" providerId="LiveId" clId="{82CFAF7E-8F12-426C-9644-1F5BD17DFFFB}" dt="2026-06-10T04:35:30.198" v="1991" actId="478"/>
          <ac:spMkLst>
            <pc:docMk/>
            <pc:sldMk cId="2808801910" sldId="292"/>
            <ac:spMk id="6" creationId="{81464E64-200E-414A-A314-274D36E99DD5}"/>
          </ac:spMkLst>
        </pc:spChg>
        <pc:spChg chg="add del mod">
          <ac:chgData name="서윤 배" userId="07eddc12072a1dbb" providerId="LiveId" clId="{82CFAF7E-8F12-426C-9644-1F5BD17DFFFB}" dt="2026-06-11T08:28:19.722" v="2427" actId="478"/>
          <ac:spMkLst>
            <pc:docMk/>
            <pc:sldMk cId="2808801910" sldId="292"/>
            <ac:spMk id="7" creationId="{E7FAE6C8-387E-451A-A800-E35553037D7D}"/>
          </ac:spMkLst>
        </pc:spChg>
        <pc:spChg chg="add del mod">
          <ac:chgData name="서윤 배" userId="07eddc12072a1dbb" providerId="LiveId" clId="{82CFAF7E-8F12-426C-9644-1F5BD17DFFFB}" dt="2026-06-11T08:29:08.523" v="2434" actId="478"/>
          <ac:spMkLst>
            <pc:docMk/>
            <pc:sldMk cId="2808801910" sldId="292"/>
            <ac:spMk id="8" creationId="{9DAAAFCC-9345-4B19-A095-2F07347A4A07}"/>
          </ac:spMkLst>
        </pc:spChg>
        <pc:graphicFrameChg chg="add mod">
          <ac:chgData name="서윤 배" userId="07eddc12072a1dbb" providerId="LiveId" clId="{82CFAF7E-8F12-426C-9644-1F5BD17DFFFB}" dt="2026-06-11T08:29:03.251" v="2433" actId="2711"/>
          <ac:graphicFrameMkLst>
            <pc:docMk/>
            <pc:sldMk cId="2808801910" sldId="292"/>
            <ac:graphicFrameMk id="4" creationId="{0DD004CF-4B39-445C-AAC4-9D6125C4543A}"/>
          </ac:graphicFrameMkLst>
        </pc:graphicFrameChg>
      </pc:sldChg>
      <pc:sldChg chg="new del">
        <pc:chgData name="서윤 배" userId="07eddc12072a1dbb" providerId="LiveId" clId="{82CFAF7E-8F12-426C-9644-1F5BD17DFFFB}" dt="2026-06-10T04:43:48.311" v="2223" actId="47"/>
        <pc:sldMkLst>
          <pc:docMk/>
          <pc:sldMk cId="3314705436" sldId="293"/>
        </pc:sldMkLst>
      </pc:sldChg>
      <pc:sldChg chg="new del">
        <pc:chgData name="서윤 배" userId="07eddc12072a1dbb" providerId="LiveId" clId="{82CFAF7E-8F12-426C-9644-1F5BD17DFFFB}" dt="2026-06-10T04:42:19.662" v="2161" actId="47"/>
        <pc:sldMkLst>
          <pc:docMk/>
          <pc:sldMk cId="3378267124" sldId="293"/>
        </pc:sldMkLst>
      </pc:sldChg>
      <pc:sldChg chg="modSp new del mod">
        <pc:chgData name="서윤 배" userId="07eddc12072a1dbb" providerId="LiveId" clId="{82CFAF7E-8F12-426C-9644-1F5BD17DFFFB}" dt="2026-06-10T04:43:49.103" v="2224" actId="47"/>
        <pc:sldMkLst>
          <pc:docMk/>
          <pc:sldMk cId="2118119605" sldId="294"/>
        </pc:sldMkLst>
        <pc:spChg chg="mod">
          <ac:chgData name="서윤 배" userId="07eddc12072a1dbb" providerId="LiveId" clId="{82CFAF7E-8F12-426C-9644-1F5BD17DFFFB}" dt="2026-06-10T04:43:45.303" v="2222" actId="20577"/>
          <ac:spMkLst>
            <pc:docMk/>
            <pc:sldMk cId="2118119605" sldId="294"/>
            <ac:spMk id="2" creationId="{2DB64963-DEA4-403C-99BA-1C0F058C732D}"/>
          </ac:spMkLst>
        </pc:spChg>
      </pc:sldChg>
      <pc:sldChg chg="addSp delSp modSp add mod setBg">
        <pc:chgData name="서윤 배" userId="07eddc12072a1dbb" providerId="LiveId" clId="{82CFAF7E-8F12-426C-9644-1F5BD17DFFFB}" dt="2026-06-11T08:58:59.813" v="2892" actId="20577"/>
        <pc:sldMkLst>
          <pc:docMk/>
          <pc:sldMk cId="3280804919" sldId="295"/>
        </pc:sldMkLst>
        <pc:spChg chg="mod">
          <ac:chgData name="서윤 배" userId="07eddc12072a1dbb" providerId="LiveId" clId="{82CFAF7E-8F12-426C-9644-1F5BD17DFFFB}" dt="2026-06-10T04:43:01.979" v="2183" actId="20577"/>
          <ac:spMkLst>
            <pc:docMk/>
            <pc:sldMk cId="3280804919" sldId="295"/>
            <ac:spMk id="2" creationId="{B265D5E0-0E8A-46D8-AB1F-CAD8E00C08A3}"/>
          </ac:spMkLst>
        </pc:spChg>
        <pc:spChg chg="del mod">
          <ac:chgData name="서윤 배" userId="07eddc12072a1dbb" providerId="LiveId" clId="{82CFAF7E-8F12-426C-9644-1F5BD17DFFFB}" dt="2026-06-10T04:43:05.694" v="2186" actId="478"/>
          <ac:spMkLst>
            <pc:docMk/>
            <pc:sldMk cId="3280804919" sldId="295"/>
            <ac:spMk id="3" creationId="{0DF66A2A-9042-441A-B41E-587480A2AE4C}"/>
          </ac:spMkLst>
        </pc:spChg>
        <pc:spChg chg="add del">
          <ac:chgData name="서윤 배" userId="07eddc12072a1dbb" providerId="LiveId" clId="{82CFAF7E-8F12-426C-9644-1F5BD17DFFFB}" dt="2026-06-11T08:55:18.566" v="2658" actId="478"/>
          <ac:spMkLst>
            <pc:docMk/>
            <pc:sldMk cId="3280804919" sldId="295"/>
            <ac:spMk id="3" creationId="{F733467B-7197-402F-BAAC-68959D767852}"/>
          </ac:spMkLst>
        </pc:spChg>
        <pc:spChg chg="mod">
          <ac:chgData name="서윤 배" userId="07eddc12072a1dbb" providerId="LiveId" clId="{82CFAF7E-8F12-426C-9644-1F5BD17DFFFB}" dt="2026-06-11T08:55:21.840" v="2659" actId="1076"/>
          <ac:spMkLst>
            <pc:docMk/>
            <pc:sldMk cId="3280804919" sldId="295"/>
            <ac:spMk id="5" creationId="{AB0ED6FD-652F-4BA3-9EC9-D883DFE7B787}"/>
          </ac:spMkLst>
        </pc:spChg>
        <pc:spChg chg="add mod">
          <ac:chgData name="서윤 배" userId="07eddc12072a1dbb" providerId="LiveId" clId="{82CFAF7E-8F12-426C-9644-1F5BD17DFFFB}" dt="2026-06-11T08:58:59.813" v="2892" actId="20577"/>
          <ac:spMkLst>
            <pc:docMk/>
            <pc:sldMk cId="3280804919" sldId="295"/>
            <ac:spMk id="6" creationId="{46E451FB-A04E-4330-8123-752C164A871D}"/>
          </ac:spMkLst>
        </pc:spChg>
        <pc:spChg chg="del">
          <ac:chgData name="서윤 배" userId="07eddc12072a1dbb" providerId="LiveId" clId="{82CFAF7E-8F12-426C-9644-1F5BD17DFFFB}" dt="2026-06-10T04:43:10.361" v="2189" actId="478"/>
          <ac:spMkLst>
            <pc:docMk/>
            <pc:sldMk cId="3280804919" sldId="295"/>
            <ac:spMk id="7" creationId="{E7FAE6C8-387E-451A-A800-E35553037D7D}"/>
          </ac:spMkLst>
        </pc:spChg>
        <pc:spChg chg="add del mod">
          <ac:chgData name="서윤 배" userId="07eddc12072a1dbb" providerId="LiveId" clId="{82CFAF7E-8F12-426C-9644-1F5BD17DFFFB}" dt="2026-06-10T04:43:09.018" v="2188" actId="478"/>
          <ac:spMkLst>
            <pc:docMk/>
            <pc:sldMk cId="3280804919" sldId="295"/>
            <ac:spMk id="8" creationId="{99D6A323-A5C7-4880-B525-F92C000A62E0}"/>
          </ac:spMkLst>
        </pc:spChg>
        <pc:graphicFrameChg chg="del">
          <ac:chgData name="서윤 배" userId="07eddc12072a1dbb" providerId="LiveId" clId="{82CFAF7E-8F12-426C-9644-1F5BD17DFFFB}" dt="2026-06-10T04:43:12.907" v="2190" actId="478"/>
          <ac:graphicFrameMkLst>
            <pc:docMk/>
            <pc:sldMk cId="3280804919" sldId="295"/>
            <ac:graphicFrameMk id="4" creationId="{0DD004CF-4B39-445C-AAC4-9D6125C4543A}"/>
          </ac:graphicFrameMkLst>
        </pc:graphicFrameChg>
      </pc:sldChg>
      <pc:sldChg chg="modSp add mod setBg">
        <pc:chgData name="서윤 배" userId="07eddc12072a1dbb" providerId="LiveId" clId="{82CFAF7E-8F12-426C-9644-1F5BD17DFFFB}" dt="2026-06-10T04:44:46.104" v="2328" actId="14100"/>
        <pc:sldMkLst>
          <pc:docMk/>
          <pc:sldMk cId="4091345342" sldId="296"/>
        </pc:sldMkLst>
        <pc:spChg chg="mod">
          <ac:chgData name="서윤 배" userId="07eddc12072a1dbb" providerId="LiveId" clId="{82CFAF7E-8F12-426C-9644-1F5BD17DFFFB}" dt="2026-06-10T04:44:00.188" v="2236" actId="20577"/>
          <ac:spMkLst>
            <pc:docMk/>
            <pc:sldMk cId="4091345342" sldId="296"/>
            <ac:spMk id="2" creationId="{B265D5E0-0E8A-46D8-AB1F-CAD8E00C08A3}"/>
          </ac:spMkLst>
        </pc:spChg>
        <pc:spChg chg="mod">
          <ac:chgData name="서윤 배" userId="07eddc12072a1dbb" providerId="LiveId" clId="{82CFAF7E-8F12-426C-9644-1F5BD17DFFFB}" dt="2026-06-10T04:44:46.104" v="2328" actId="14100"/>
          <ac:spMkLst>
            <pc:docMk/>
            <pc:sldMk cId="4091345342" sldId="296"/>
            <ac:spMk id="5" creationId="{AB0ED6FD-652F-4BA3-9EC9-D883DFE7B787}"/>
          </ac:spMkLst>
        </pc:spChg>
      </pc:sldChg>
      <pc:sldChg chg="modSp add del mod setBg">
        <pc:chgData name="서윤 배" userId="07eddc12072a1dbb" providerId="LiveId" clId="{82CFAF7E-8F12-426C-9644-1F5BD17DFFFB}" dt="2026-06-10T04:55:21.059" v="2387" actId="47"/>
        <pc:sldMkLst>
          <pc:docMk/>
          <pc:sldMk cId="1890939459" sldId="297"/>
        </pc:sldMkLst>
        <pc:spChg chg="mod">
          <ac:chgData name="서윤 배" userId="07eddc12072a1dbb" providerId="LiveId" clId="{82CFAF7E-8F12-426C-9644-1F5BD17DFFFB}" dt="2026-06-10T04:54:10.208" v="2333" actId="1076"/>
          <ac:spMkLst>
            <pc:docMk/>
            <pc:sldMk cId="1890939459" sldId="297"/>
            <ac:spMk id="2" creationId="{B265D5E0-0E8A-46D8-AB1F-CAD8E00C08A3}"/>
          </ac:spMkLst>
        </pc:spChg>
      </pc:sldChg>
      <pc:sldChg chg="modSp new mod ord setBg">
        <pc:chgData name="서윤 배" userId="07eddc12072a1dbb" providerId="LiveId" clId="{82CFAF7E-8F12-426C-9644-1F5BD17DFFFB}" dt="2026-06-10T04:55:19.631" v="2386"/>
        <pc:sldMkLst>
          <pc:docMk/>
          <pc:sldMk cId="74041577" sldId="298"/>
        </pc:sldMkLst>
        <pc:spChg chg="mod">
          <ac:chgData name="서윤 배" userId="07eddc12072a1dbb" providerId="LiveId" clId="{82CFAF7E-8F12-426C-9644-1F5BD17DFFFB}" dt="2026-06-10T04:55:01.491" v="2382" actId="2711"/>
          <ac:spMkLst>
            <pc:docMk/>
            <pc:sldMk cId="74041577" sldId="298"/>
            <ac:spMk id="2" creationId="{0D6DABE5-AD90-4484-A014-5BC933B1082B}"/>
          </ac:spMkLst>
        </pc:spChg>
        <pc:spChg chg="mod">
          <ac:chgData name="서윤 배" userId="07eddc12072a1dbb" providerId="LiveId" clId="{82CFAF7E-8F12-426C-9644-1F5BD17DFFFB}" dt="2026-06-10T04:55:13.883" v="2384" actId="255"/>
          <ac:spMkLst>
            <pc:docMk/>
            <pc:sldMk cId="74041577" sldId="298"/>
            <ac:spMk id="3" creationId="{EE8CD68F-ABCA-455E-8886-E8D6AB229E28}"/>
          </ac:spMkLst>
        </pc:spChg>
      </pc:sldChg>
      <pc:sldChg chg="addSp delSp modSp add mod setBg">
        <pc:chgData name="서윤 배" userId="07eddc12072a1dbb" providerId="LiveId" clId="{82CFAF7E-8F12-426C-9644-1F5BD17DFFFB}" dt="2026-06-11T08:33:31.043" v="2614" actId="20577"/>
        <pc:sldMkLst>
          <pc:docMk/>
          <pc:sldMk cId="1396290566" sldId="299"/>
        </pc:sldMkLst>
        <pc:spChg chg="del">
          <ac:chgData name="서윤 배" userId="07eddc12072a1dbb" providerId="LiveId" clId="{82CFAF7E-8F12-426C-9644-1F5BD17DFFFB}" dt="2026-06-11T08:31:48.376" v="2524" actId="478"/>
          <ac:spMkLst>
            <pc:docMk/>
            <pc:sldMk cId="1396290566" sldId="299"/>
            <ac:spMk id="5" creationId="{A3105672-1AD1-424B-BB95-A21A83E379E3}"/>
          </ac:spMkLst>
        </pc:spChg>
        <pc:spChg chg="add del mod">
          <ac:chgData name="서윤 배" userId="07eddc12072a1dbb" providerId="LiveId" clId="{82CFAF7E-8F12-426C-9644-1F5BD17DFFFB}" dt="2026-06-11T08:33:26.834" v="2604" actId="478"/>
          <ac:spMkLst>
            <pc:docMk/>
            <pc:sldMk cId="1396290566" sldId="299"/>
            <ac:spMk id="8" creationId="{B21DA68A-4341-42DF-B0A4-8005B21BD31E}"/>
          </ac:spMkLst>
        </pc:spChg>
        <pc:spChg chg="add mod">
          <ac:chgData name="서윤 배" userId="07eddc12072a1dbb" providerId="LiveId" clId="{82CFAF7E-8F12-426C-9644-1F5BD17DFFFB}" dt="2026-06-11T08:33:31.043" v="2614" actId="20577"/>
          <ac:spMkLst>
            <pc:docMk/>
            <pc:sldMk cId="1396290566" sldId="299"/>
            <ac:spMk id="9" creationId="{F3F8A46A-939C-4489-AFE9-B7BA537F1A47}"/>
          </ac:spMkLst>
        </pc:spChg>
        <pc:picChg chg="add mod">
          <ac:chgData name="서윤 배" userId="07eddc12072a1dbb" providerId="LiveId" clId="{82CFAF7E-8F12-426C-9644-1F5BD17DFFFB}" dt="2026-06-11T08:32:39.205" v="2557" actId="1038"/>
          <ac:picMkLst>
            <pc:docMk/>
            <pc:sldMk cId="1396290566" sldId="299"/>
            <ac:picMk id="3" creationId="{08101E86-B8AA-443B-8D6F-384004A1AAB4}"/>
          </ac:picMkLst>
        </pc:picChg>
        <pc:picChg chg="del">
          <ac:chgData name="서윤 배" userId="07eddc12072a1dbb" providerId="LiveId" clId="{82CFAF7E-8F12-426C-9644-1F5BD17DFFFB}" dt="2026-06-11T08:27:10.856" v="2417" actId="478"/>
          <ac:picMkLst>
            <pc:docMk/>
            <pc:sldMk cId="1396290566" sldId="299"/>
            <ac:picMk id="6" creationId="{3B7AE29B-8963-483C-8FFA-BAAD4D160094}"/>
          </ac:picMkLst>
        </pc:picChg>
      </pc:sldChg>
      <pc:sldChg chg="addSp delSp modSp add mod ord setBg">
        <pc:chgData name="서윤 배" userId="07eddc12072a1dbb" providerId="LiveId" clId="{82CFAF7E-8F12-426C-9644-1F5BD17DFFFB}" dt="2026-06-11T08:32:59.174" v="2564" actId="20577"/>
        <pc:sldMkLst>
          <pc:docMk/>
          <pc:sldMk cId="3688552204" sldId="300"/>
        </pc:sldMkLst>
        <pc:spChg chg="mod">
          <ac:chgData name="서윤 배" userId="07eddc12072a1dbb" providerId="LiveId" clId="{82CFAF7E-8F12-426C-9644-1F5BD17DFFFB}" dt="2026-06-11T08:32:59.174" v="2564" actId="20577"/>
          <ac:spMkLst>
            <pc:docMk/>
            <pc:sldMk cId="3688552204" sldId="300"/>
            <ac:spMk id="5" creationId="{A3105672-1AD1-424B-BB95-A21A83E379E3}"/>
          </ac:spMkLst>
        </pc:spChg>
        <pc:spChg chg="add mod">
          <ac:chgData name="서윤 배" userId="07eddc12072a1dbb" providerId="LiveId" clId="{82CFAF7E-8F12-426C-9644-1F5BD17DFFFB}" dt="2026-06-11T08:31:08.828" v="2516" actId="1035"/>
          <ac:spMkLst>
            <pc:docMk/>
            <pc:sldMk cId="3688552204" sldId="300"/>
            <ac:spMk id="8" creationId="{24F871AE-CF2D-4940-87FA-A6E19ED228FD}"/>
          </ac:spMkLst>
        </pc:spChg>
        <pc:graphicFrameChg chg="add mod">
          <ac:chgData name="서윤 배" userId="07eddc12072a1dbb" providerId="LiveId" clId="{82CFAF7E-8F12-426C-9644-1F5BD17DFFFB}" dt="2026-06-11T08:31:08.828" v="2516" actId="1035"/>
          <ac:graphicFrameMkLst>
            <pc:docMk/>
            <pc:sldMk cId="3688552204" sldId="300"/>
            <ac:graphicFrameMk id="6" creationId="{2BE8899C-28F7-496F-B711-82684004B0BB}"/>
          </ac:graphicFrameMkLst>
        </pc:graphicFrameChg>
        <pc:picChg chg="del">
          <ac:chgData name="서윤 배" userId="07eddc12072a1dbb" providerId="LiveId" clId="{82CFAF7E-8F12-426C-9644-1F5BD17DFFFB}" dt="2026-06-11T08:30:18.877" v="2474" actId="478"/>
          <ac:picMkLst>
            <pc:docMk/>
            <pc:sldMk cId="3688552204" sldId="300"/>
            <ac:picMk id="7" creationId="{E6558377-F0ED-4023-93E3-7F486342497A}"/>
          </ac:picMkLst>
        </pc:picChg>
      </pc:sldChg>
      <pc:sldChg chg="addSp delSp modSp add mod setBg">
        <pc:chgData name="서윤 배" userId="07eddc12072a1dbb" providerId="LiveId" clId="{82CFAF7E-8F12-426C-9644-1F5BD17DFFFB}" dt="2026-06-11T08:54:53.137" v="2656" actId="1076"/>
        <pc:sldMkLst>
          <pc:docMk/>
          <pc:sldMk cId="600222158" sldId="301"/>
        </pc:sldMkLst>
        <pc:spChg chg="mod">
          <ac:chgData name="서윤 배" userId="07eddc12072a1dbb" providerId="LiveId" clId="{82CFAF7E-8F12-426C-9644-1F5BD17DFFFB}" dt="2026-06-11T08:32:55.482" v="2562" actId="20577"/>
          <ac:spMkLst>
            <pc:docMk/>
            <pc:sldMk cId="600222158" sldId="301"/>
            <ac:spMk id="5" creationId="{A3105672-1AD1-424B-BB95-A21A83E379E3}"/>
          </ac:spMkLst>
        </pc:spChg>
        <pc:spChg chg="del">
          <ac:chgData name="서윤 배" userId="07eddc12072a1dbb" providerId="LiveId" clId="{82CFAF7E-8F12-426C-9644-1F5BD17DFFFB}" dt="2026-06-11T08:32:49.608" v="2560" actId="478"/>
          <ac:spMkLst>
            <pc:docMk/>
            <pc:sldMk cId="600222158" sldId="301"/>
            <ac:spMk id="8" creationId="{24F871AE-CF2D-4940-87FA-A6E19ED228FD}"/>
          </ac:spMkLst>
        </pc:spChg>
        <pc:graphicFrameChg chg="del">
          <ac:chgData name="서윤 배" userId="07eddc12072a1dbb" providerId="LiveId" clId="{82CFAF7E-8F12-426C-9644-1F5BD17DFFFB}" dt="2026-06-11T08:32:47.909" v="2559" actId="478"/>
          <ac:graphicFrameMkLst>
            <pc:docMk/>
            <pc:sldMk cId="600222158" sldId="301"/>
            <ac:graphicFrameMk id="6" creationId="{2BE8899C-28F7-496F-B711-82684004B0BB}"/>
          </ac:graphicFrameMkLst>
        </pc:graphicFrameChg>
        <pc:picChg chg="add del mod">
          <ac:chgData name="서윤 배" userId="07eddc12072a1dbb" providerId="LiveId" clId="{82CFAF7E-8F12-426C-9644-1F5BD17DFFFB}" dt="2026-06-11T08:51:06.173" v="2642" actId="478"/>
          <ac:picMkLst>
            <pc:docMk/>
            <pc:sldMk cId="600222158" sldId="301"/>
            <ac:picMk id="3" creationId="{183298FB-D594-42AE-8762-C50228DAAFCD}"/>
          </ac:picMkLst>
        </pc:picChg>
        <pc:picChg chg="add del mod">
          <ac:chgData name="서윤 배" userId="07eddc12072a1dbb" providerId="LiveId" clId="{82CFAF7E-8F12-426C-9644-1F5BD17DFFFB}" dt="2026-06-11T08:53:30.312" v="2646" actId="478"/>
          <ac:picMkLst>
            <pc:docMk/>
            <pc:sldMk cId="600222158" sldId="301"/>
            <ac:picMk id="6" creationId="{BE9389D3-78DC-46E9-ADE1-F8C44FADD9CA}"/>
          </ac:picMkLst>
        </pc:picChg>
        <pc:picChg chg="add mod">
          <ac:chgData name="서윤 배" userId="07eddc12072a1dbb" providerId="LiveId" clId="{82CFAF7E-8F12-426C-9644-1F5BD17DFFFB}" dt="2026-06-11T08:54:53.137" v="2656" actId="1076"/>
          <ac:picMkLst>
            <pc:docMk/>
            <pc:sldMk cId="600222158" sldId="301"/>
            <ac:picMk id="8" creationId="{8AACD46E-D8DD-47D5-9898-092F7C76308E}"/>
          </ac:picMkLst>
        </pc:picChg>
      </pc:sldChg>
      <pc:sldChg chg="modSp add mod setBg">
        <pc:chgData name="서윤 배" userId="07eddc12072a1dbb" providerId="LiveId" clId="{82CFAF7E-8F12-426C-9644-1F5BD17DFFFB}" dt="2026-06-11T09:04:08.650" v="3066" actId="1035"/>
        <pc:sldMkLst>
          <pc:docMk/>
          <pc:sldMk cId="488601232" sldId="302"/>
        </pc:sldMkLst>
        <pc:spChg chg="mod">
          <ac:chgData name="서윤 배" userId="07eddc12072a1dbb" providerId="LiveId" clId="{82CFAF7E-8F12-426C-9644-1F5BD17DFFFB}" dt="2026-06-11T09:04:08.650" v="3066" actId="1035"/>
          <ac:spMkLst>
            <pc:docMk/>
            <pc:sldMk cId="488601232" sldId="302"/>
            <ac:spMk id="2" creationId="{0D6DABE5-AD90-4484-A014-5BC933B1082B}"/>
          </ac:spMkLst>
        </pc:spChg>
        <pc:spChg chg="mod">
          <ac:chgData name="서윤 배" userId="07eddc12072a1dbb" providerId="LiveId" clId="{82CFAF7E-8F12-426C-9644-1F5BD17DFFFB}" dt="2026-06-11T09:04:08.650" v="3066" actId="1035"/>
          <ac:spMkLst>
            <pc:docMk/>
            <pc:sldMk cId="488601232" sldId="302"/>
            <ac:spMk id="3" creationId="{EE8CD68F-ABCA-455E-8886-E8D6AB229E28}"/>
          </ac:spMkLst>
        </pc:spChg>
      </pc:sldChg>
      <pc:sldChg chg="add del setBg">
        <pc:chgData name="서윤 배" userId="07eddc12072a1dbb" providerId="LiveId" clId="{82CFAF7E-8F12-426C-9644-1F5BD17DFFFB}" dt="2026-06-11T09:02:02.064" v="2894" actId="47"/>
        <pc:sldMkLst>
          <pc:docMk/>
          <pc:sldMk cId="2202562610" sldId="302"/>
        </pc:sldMkLst>
      </pc:sldChg>
      <pc:sldChg chg="new del">
        <pc:chgData name="서윤 배" userId="07eddc12072a1dbb" providerId="LiveId" clId="{82CFAF7E-8F12-426C-9644-1F5BD17DFFFB}" dt="2026-06-11T09:02:12.841" v="2896" actId="47"/>
        <pc:sldMkLst>
          <pc:docMk/>
          <pc:sldMk cId="2448660638" sldId="30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98A9D9-0582-43FF-932E-8D1CA4455646}" type="doc">
      <dgm:prSet loTypeId="urn:microsoft.com/office/officeart/2005/8/layout/hList1" loCatId="list" qsTypeId="urn:microsoft.com/office/officeart/2005/8/quickstyle/3d3" qsCatId="3D" csTypeId="urn:microsoft.com/office/officeart/2005/8/colors/accent4_4" csCatId="accent4" phldr="1"/>
      <dgm:spPr/>
      <dgm:t>
        <a:bodyPr/>
        <a:lstStyle/>
        <a:p>
          <a:pPr latinLnBrk="1"/>
          <a:endParaRPr lang="ko-KR" altLang="en-US"/>
        </a:p>
      </dgm:t>
    </dgm:pt>
    <dgm:pt modelId="{9DFB9173-F725-4C5D-A913-56969375BECE}">
      <dgm:prSet phldrT="[텍스트]"/>
      <dgm:spPr/>
      <dgm:t>
        <a:bodyPr/>
        <a:lstStyle/>
        <a:p>
          <a:pPr latinLnBrk="1"/>
          <a:r>
            <a: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스트라이크</a:t>
          </a:r>
          <a:r>
            <a: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(S)</a:t>
          </a:r>
          <a:endParaRPr lang="ko-KR" altLang="en-US" dirty="0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6452A72A-5AA5-4610-B922-8CC5DA059204}" type="parTrans" cxnId="{7043A2FF-7732-4751-9D76-58D48A9361E9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70C664AE-4C95-47A5-A63C-15AF293FF4B5}" type="sibTrans" cxnId="{7043A2FF-7732-4751-9D76-58D48A9361E9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6BC41589-0C41-40EA-8659-D8DF6EB1C65C}">
      <dgm:prSet phldrT="[텍스트]"/>
      <dgm:spPr/>
      <dgm:t>
        <a:bodyPr/>
        <a:lstStyle/>
        <a:p>
          <a:pPr latinLnBrk="1"/>
          <a:r>
            <a: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숫자가 있음</a:t>
          </a:r>
        </a:p>
      </dgm:t>
    </dgm:pt>
    <dgm:pt modelId="{13CA5AF1-A989-4863-889E-A1992F4EAB84}" type="parTrans" cxnId="{B7F97A3A-198A-41D7-9E94-90809CCB3469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973B5E26-26A4-4CB1-80AA-3AC732C06E77}" type="sibTrans" cxnId="{B7F97A3A-198A-41D7-9E94-90809CCB3469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FAB17575-DD18-4003-A896-EF192FC2E405}">
      <dgm:prSet phldrT="[텍스트]"/>
      <dgm:spPr/>
      <dgm:t>
        <a:bodyPr/>
        <a:lstStyle/>
        <a:p>
          <a:pPr latinLnBrk="1"/>
          <a:r>
            <a: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위치가 맞음</a:t>
          </a:r>
        </a:p>
      </dgm:t>
    </dgm:pt>
    <dgm:pt modelId="{9B351C18-DF14-40E9-8D8C-3D19D0B5D977}" type="parTrans" cxnId="{C5F62DA3-36FA-459A-BE9D-4086EBE8B81F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5DF49F44-7D56-4A4B-8C77-E0EE00AB76FC}" type="sibTrans" cxnId="{C5F62DA3-36FA-459A-BE9D-4086EBE8B81F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84A57717-92A0-477F-83BE-A8D4E532327E}">
      <dgm:prSet phldrT="[텍스트]"/>
      <dgm:spPr/>
      <dgm:t>
        <a:bodyPr/>
        <a:lstStyle/>
        <a:p>
          <a:pPr latinLnBrk="1"/>
          <a:r>
            <a: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볼</a:t>
          </a:r>
          <a:r>
            <a: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(B)</a:t>
          </a:r>
          <a:endParaRPr lang="ko-KR" altLang="en-US" dirty="0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797AB88D-303E-4754-85D9-38D842AF0235}" type="parTrans" cxnId="{3E8DA091-B8A1-41AF-8991-F7320633D112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A4A95572-A3F5-4C5A-8500-54F22C8FD4A4}" type="sibTrans" cxnId="{3E8DA091-B8A1-41AF-8991-F7320633D112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7339949A-BB4A-465F-8288-D27B9E83581D}">
      <dgm:prSet phldrT="[텍스트]"/>
      <dgm:spPr/>
      <dgm:t>
        <a:bodyPr/>
        <a:lstStyle/>
        <a:p>
          <a:pPr latinLnBrk="1"/>
          <a:r>
            <a: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숫자가 있음</a:t>
          </a:r>
        </a:p>
      </dgm:t>
    </dgm:pt>
    <dgm:pt modelId="{3A5D559D-4B5D-42D7-9A9A-49F7D9DB783E}" type="parTrans" cxnId="{F6B8D2F2-A5FE-401A-ACD9-448D0CF3F25E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9F692754-E4FD-44A5-9CE2-DAF358DCE92A}" type="sibTrans" cxnId="{F6B8D2F2-A5FE-401A-ACD9-448D0CF3F25E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93E09548-4DA5-47DC-B424-FFB2D915CEEE}">
      <dgm:prSet phldrT="[텍스트]"/>
      <dgm:spPr/>
      <dgm:t>
        <a:bodyPr/>
        <a:lstStyle/>
        <a:p>
          <a:pPr latinLnBrk="1"/>
          <a:r>
            <a: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위치가 틀림</a:t>
          </a:r>
        </a:p>
      </dgm:t>
    </dgm:pt>
    <dgm:pt modelId="{E21C4D7B-5568-4CAF-8C54-A6E560323BC2}" type="parTrans" cxnId="{7E1A6043-2553-4AB7-AA32-BB1565B3C36D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F2DEC29A-0F9A-4F74-BA50-73DC5BB07E85}" type="sibTrans" cxnId="{7E1A6043-2553-4AB7-AA32-BB1565B3C36D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703ED7CB-30CE-45FE-A3B7-84FB1C877DBC}">
      <dgm:prSet phldrT="[텍스트]"/>
      <dgm:spPr/>
      <dgm:t>
        <a:bodyPr/>
        <a:lstStyle/>
        <a:p>
          <a:pPr latinLnBrk="1"/>
          <a:r>
            <a: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아웃</a:t>
          </a:r>
          <a:r>
            <a: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(OUT)</a:t>
          </a:r>
          <a:endParaRPr lang="ko-KR" altLang="en-US" dirty="0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1800C0CD-9BFE-4BFD-95DA-AEF4AC839569}" type="parTrans" cxnId="{39D9370C-AD53-4C6A-AB52-C31B7B348727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A694EC30-7E01-45DC-A596-460686C01BD6}" type="sibTrans" cxnId="{39D9370C-AD53-4C6A-AB52-C31B7B348727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D626ADC2-6689-4433-9C7F-3222B06D0004}">
      <dgm:prSet phldrT="[텍스트]"/>
      <dgm:spPr/>
      <dgm:t>
        <a:bodyPr/>
        <a:lstStyle/>
        <a:p>
          <a:pPr latinLnBrk="1"/>
          <a:r>
            <a: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숫자가 없음</a:t>
          </a:r>
        </a:p>
      </dgm:t>
    </dgm:pt>
    <dgm:pt modelId="{389AB660-700D-4B25-965A-B1FB15C7ED40}" type="parTrans" cxnId="{5E1D5BE6-FA05-4941-BF86-0EE2588B220A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32E1C112-D1D5-4400-9201-84D45F8EA9D1}" type="sibTrans" cxnId="{5E1D5BE6-FA05-4941-BF86-0EE2588B220A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9131E9AB-6D5E-43E9-BEE0-A3DA53718E02}" type="pres">
      <dgm:prSet presAssocID="{9B98A9D9-0582-43FF-932E-8D1CA4455646}" presName="Name0" presStyleCnt="0">
        <dgm:presLayoutVars>
          <dgm:dir/>
          <dgm:animLvl val="lvl"/>
          <dgm:resizeHandles val="exact"/>
        </dgm:presLayoutVars>
      </dgm:prSet>
      <dgm:spPr/>
    </dgm:pt>
    <dgm:pt modelId="{E5093D6F-92D1-46A5-8DAE-502B666EFD60}" type="pres">
      <dgm:prSet presAssocID="{9DFB9173-F725-4C5D-A913-56969375BECE}" presName="composite" presStyleCnt="0"/>
      <dgm:spPr/>
    </dgm:pt>
    <dgm:pt modelId="{4A31D124-075D-4424-A732-2CD8BC09CFE4}" type="pres">
      <dgm:prSet presAssocID="{9DFB9173-F725-4C5D-A913-56969375BEC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C93D6CE-36F2-41E6-A1D9-37E610276EBD}" type="pres">
      <dgm:prSet presAssocID="{9DFB9173-F725-4C5D-A913-56969375BECE}" presName="desTx" presStyleLbl="alignAccFollowNode1" presStyleIdx="0" presStyleCnt="3">
        <dgm:presLayoutVars>
          <dgm:bulletEnabled val="1"/>
        </dgm:presLayoutVars>
      </dgm:prSet>
      <dgm:spPr/>
    </dgm:pt>
    <dgm:pt modelId="{C9F245B9-9DDE-46AE-8669-F133C1747FD0}" type="pres">
      <dgm:prSet presAssocID="{70C664AE-4C95-47A5-A63C-15AF293FF4B5}" presName="space" presStyleCnt="0"/>
      <dgm:spPr/>
    </dgm:pt>
    <dgm:pt modelId="{32492F7D-D5AE-404E-8685-DB275E66E5D2}" type="pres">
      <dgm:prSet presAssocID="{84A57717-92A0-477F-83BE-A8D4E532327E}" presName="composite" presStyleCnt="0"/>
      <dgm:spPr/>
    </dgm:pt>
    <dgm:pt modelId="{E38406C5-D2FB-4769-BAD4-2A8E722971D3}" type="pres">
      <dgm:prSet presAssocID="{84A57717-92A0-477F-83BE-A8D4E532327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09F14F7C-4C9F-40FF-ADDE-9B8676357721}" type="pres">
      <dgm:prSet presAssocID="{84A57717-92A0-477F-83BE-A8D4E532327E}" presName="desTx" presStyleLbl="alignAccFollowNode1" presStyleIdx="1" presStyleCnt="3">
        <dgm:presLayoutVars>
          <dgm:bulletEnabled val="1"/>
        </dgm:presLayoutVars>
      </dgm:prSet>
      <dgm:spPr/>
    </dgm:pt>
    <dgm:pt modelId="{599A1485-8DB2-460F-BA26-170CAE6D6583}" type="pres">
      <dgm:prSet presAssocID="{A4A95572-A3F5-4C5A-8500-54F22C8FD4A4}" presName="space" presStyleCnt="0"/>
      <dgm:spPr/>
    </dgm:pt>
    <dgm:pt modelId="{C817B487-37F0-4C65-94C5-CDBD9D4FB9A5}" type="pres">
      <dgm:prSet presAssocID="{703ED7CB-30CE-45FE-A3B7-84FB1C877DBC}" presName="composite" presStyleCnt="0"/>
      <dgm:spPr/>
    </dgm:pt>
    <dgm:pt modelId="{CE2C2ED8-898C-482D-8CAB-576DB615D547}" type="pres">
      <dgm:prSet presAssocID="{703ED7CB-30CE-45FE-A3B7-84FB1C877DB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9067C0B4-CC89-41C9-9D56-8999276BCCCD}" type="pres">
      <dgm:prSet presAssocID="{703ED7CB-30CE-45FE-A3B7-84FB1C877DBC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9D9370C-AD53-4C6A-AB52-C31B7B348727}" srcId="{9B98A9D9-0582-43FF-932E-8D1CA4455646}" destId="{703ED7CB-30CE-45FE-A3B7-84FB1C877DBC}" srcOrd="2" destOrd="0" parTransId="{1800C0CD-9BFE-4BFD-95DA-AEF4AC839569}" sibTransId="{A694EC30-7E01-45DC-A596-460686C01BD6}"/>
    <dgm:cxn modelId="{E60DFA1B-AEC7-4E34-871C-4BBD3224E894}" type="presOf" srcId="{9B98A9D9-0582-43FF-932E-8D1CA4455646}" destId="{9131E9AB-6D5E-43E9-BEE0-A3DA53718E02}" srcOrd="0" destOrd="0" presId="urn:microsoft.com/office/officeart/2005/8/layout/hList1"/>
    <dgm:cxn modelId="{BF93CE35-4A3D-4ECE-83BB-1874E5258E15}" type="presOf" srcId="{7339949A-BB4A-465F-8288-D27B9E83581D}" destId="{09F14F7C-4C9F-40FF-ADDE-9B8676357721}" srcOrd="0" destOrd="0" presId="urn:microsoft.com/office/officeart/2005/8/layout/hList1"/>
    <dgm:cxn modelId="{B7F97A3A-198A-41D7-9E94-90809CCB3469}" srcId="{9DFB9173-F725-4C5D-A913-56969375BECE}" destId="{6BC41589-0C41-40EA-8659-D8DF6EB1C65C}" srcOrd="0" destOrd="0" parTransId="{13CA5AF1-A989-4863-889E-A1992F4EAB84}" sibTransId="{973B5E26-26A4-4CB1-80AA-3AC732C06E77}"/>
    <dgm:cxn modelId="{7E1A6043-2553-4AB7-AA32-BB1565B3C36D}" srcId="{84A57717-92A0-477F-83BE-A8D4E532327E}" destId="{93E09548-4DA5-47DC-B424-FFB2D915CEEE}" srcOrd="1" destOrd="0" parTransId="{E21C4D7B-5568-4CAF-8C54-A6E560323BC2}" sibTransId="{F2DEC29A-0F9A-4F74-BA50-73DC5BB07E85}"/>
    <dgm:cxn modelId="{F355EA4B-C6FA-4AD7-80DF-19B589627D82}" type="presOf" srcId="{6BC41589-0C41-40EA-8659-D8DF6EB1C65C}" destId="{2C93D6CE-36F2-41E6-A1D9-37E610276EBD}" srcOrd="0" destOrd="0" presId="urn:microsoft.com/office/officeart/2005/8/layout/hList1"/>
    <dgm:cxn modelId="{B3F45477-8154-4FED-AE5A-B5286AFA4B84}" type="presOf" srcId="{9DFB9173-F725-4C5D-A913-56969375BECE}" destId="{4A31D124-075D-4424-A732-2CD8BC09CFE4}" srcOrd="0" destOrd="0" presId="urn:microsoft.com/office/officeart/2005/8/layout/hList1"/>
    <dgm:cxn modelId="{1AABB185-F218-41D2-8F2F-7D60EDB93F2C}" type="presOf" srcId="{FAB17575-DD18-4003-A896-EF192FC2E405}" destId="{2C93D6CE-36F2-41E6-A1D9-37E610276EBD}" srcOrd="0" destOrd="1" presId="urn:microsoft.com/office/officeart/2005/8/layout/hList1"/>
    <dgm:cxn modelId="{B2624286-ADBF-438D-89ED-432C49FE499F}" type="presOf" srcId="{703ED7CB-30CE-45FE-A3B7-84FB1C877DBC}" destId="{CE2C2ED8-898C-482D-8CAB-576DB615D547}" srcOrd="0" destOrd="0" presId="urn:microsoft.com/office/officeart/2005/8/layout/hList1"/>
    <dgm:cxn modelId="{3E8DA091-B8A1-41AF-8991-F7320633D112}" srcId="{9B98A9D9-0582-43FF-932E-8D1CA4455646}" destId="{84A57717-92A0-477F-83BE-A8D4E532327E}" srcOrd="1" destOrd="0" parTransId="{797AB88D-303E-4754-85D9-38D842AF0235}" sibTransId="{A4A95572-A3F5-4C5A-8500-54F22C8FD4A4}"/>
    <dgm:cxn modelId="{C5F62DA3-36FA-459A-BE9D-4086EBE8B81F}" srcId="{9DFB9173-F725-4C5D-A913-56969375BECE}" destId="{FAB17575-DD18-4003-A896-EF192FC2E405}" srcOrd="1" destOrd="0" parTransId="{9B351C18-DF14-40E9-8D8C-3D19D0B5D977}" sibTransId="{5DF49F44-7D56-4A4B-8C77-E0EE00AB76FC}"/>
    <dgm:cxn modelId="{644C31B2-94C6-419B-849F-CA4978E5ED9F}" type="presOf" srcId="{84A57717-92A0-477F-83BE-A8D4E532327E}" destId="{E38406C5-D2FB-4769-BAD4-2A8E722971D3}" srcOrd="0" destOrd="0" presId="urn:microsoft.com/office/officeart/2005/8/layout/hList1"/>
    <dgm:cxn modelId="{77177BB7-708B-47F8-B334-0292F41BE243}" type="presOf" srcId="{D626ADC2-6689-4433-9C7F-3222B06D0004}" destId="{9067C0B4-CC89-41C9-9D56-8999276BCCCD}" srcOrd="0" destOrd="0" presId="urn:microsoft.com/office/officeart/2005/8/layout/hList1"/>
    <dgm:cxn modelId="{5E1D5BE6-FA05-4941-BF86-0EE2588B220A}" srcId="{703ED7CB-30CE-45FE-A3B7-84FB1C877DBC}" destId="{D626ADC2-6689-4433-9C7F-3222B06D0004}" srcOrd="0" destOrd="0" parTransId="{389AB660-700D-4B25-965A-B1FB15C7ED40}" sibTransId="{32E1C112-D1D5-4400-9201-84D45F8EA9D1}"/>
    <dgm:cxn modelId="{F6B8D2F2-A5FE-401A-ACD9-448D0CF3F25E}" srcId="{84A57717-92A0-477F-83BE-A8D4E532327E}" destId="{7339949A-BB4A-465F-8288-D27B9E83581D}" srcOrd="0" destOrd="0" parTransId="{3A5D559D-4B5D-42D7-9A9A-49F7D9DB783E}" sibTransId="{9F692754-E4FD-44A5-9CE2-DAF358DCE92A}"/>
    <dgm:cxn modelId="{44AE5CFA-6690-41B1-BFFD-1FC65C8C1D46}" type="presOf" srcId="{93E09548-4DA5-47DC-B424-FFB2D915CEEE}" destId="{09F14F7C-4C9F-40FF-ADDE-9B8676357721}" srcOrd="0" destOrd="1" presId="urn:microsoft.com/office/officeart/2005/8/layout/hList1"/>
    <dgm:cxn modelId="{7043A2FF-7732-4751-9D76-58D48A9361E9}" srcId="{9B98A9D9-0582-43FF-932E-8D1CA4455646}" destId="{9DFB9173-F725-4C5D-A913-56969375BECE}" srcOrd="0" destOrd="0" parTransId="{6452A72A-5AA5-4610-B922-8CC5DA059204}" sibTransId="{70C664AE-4C95-47A5-A63C-15AF293FF4B5}"/>
    <dgm:cxn modelId="{5AB33878-3A01-4F75-91A2-16EAC7CF7E6B}" type="presParOf" srcId="{9131E9AB-6D5E-43E9-BEE0-A3DA53718E02}" destId="{E5093D6F-92D1-46A5-8DAE-502B666EFD60}" srcOrd="0" destOrd="0" presId="urn:microsoft.com/office/officeart/2005/8/layout/hList1"/>
    <dgm:cxn modelId="{0DECA99F-8B49-4D61-ACF4-14540CAA0887}" type="presParOf" srcId="{E5093D6F-92D1-46A5-8DAE-502B666EFD60}" destId="{4A31D124-075D-4424-A732-2CD8BC09CFE4}" srcOrd="0" destOrd="0" presId="urn:microsoft.com/office/officeart/2005/8/layout/hList1"/>
    <dgm:cxn modelId="{768ED6C4-F547-41E6-8EB2-E6687CFF63B5}" type="presParOf" srcId="{E5093D6F-92D1-46A5-8DAE-502B666EFD60}" destId="{2C93D6CE-36F2-41E6-A1D9-37E610276EBD}" srcOrd="1" destOrd="0" presId="urn:microsoft.com/office/officeart/2005/8/layout/hList1"/>
    <dgm:cxn modelId="{52E8BE18-8A16-4309-9419-6AEC25EBD26C}" type="presParOf" srcId="{9131E9AB-6D5E-43E9-BEE0-A3DA53718E02}" destId="{C9F245B9-9DDE-46AE-8669-F133C1747FD0}" srcOrd="1" destOrd="0" presId="urn:microsoft.com/office/officeart/2005/8/layout/hList1"/>
    <dgm:cxn modelId="{0A46D726-CB1F-4965-9D2E-8B5C78F9DEB9}" type="presParOf" srcId="{9131E9AB-6D5E-43E9-BEE0-A3DA53718E02}" destId="{32492F7D-D5AE-404E-8685-DB275E66E5D2}" srcOrd="2" destOrd="0" presId="urn:microsoft.com/office/officeart/2005/8/layout/hList1"/>
    <dgm:cxn modelId="{DF469EF7-5AF8-4AF6-961A-E2A6EFD3A4A8}" type="presParOf" srcId="{32492F7D-D5AE-404E-8685-DB275E66E5D2}" destId="{E38406C5-D2FB-4769-BAD4-2A8E722971D3}" srcOrd="0" destOrd="0" presId="urn:microsoft.com/office/officeart/2005/8/layout/hList1"/>
    <dgm:cxn modelId="{3B029362-FD6B-4FFE-87A4-37CC4DFC10D4}" type="presParOf" srcId="{32492F7D-D5AE-404E-8685-DB275E66E5D2}" destId="{09F14F7C-4C9F-40FF-ADDE-9B8676357721}" srcOrd="1" destOrd="0" presId="urn:microsoft.com/office/officeart/2005/8/layout/hList1"/>
    <dgm:cxn modelId="{8863843D-4402-4F80-8DD3-97C3A4583D62}" type="presParOf" srcId="{9131E9AB-6D5E-43E9-BEE0-A3DA53718E02}" destId="{599A1485-8DB2-460F-BA26-170CAE6D6583}" srcOrd="3" destOrd="0" presId="urn:microsoft.com/office/officeart/2005/8/layout/hList1"/>
    <dgm:cxn modelId="{6DCDE694-FDF2-40A5-B219-66242584A5B0}" type="presParOf" srcId="{9131E9AB-6D5E-43E9-BEE0-A3DA53718E02}" destId="{C817B487-37F0-4C65-94C5-CDBD9D4FB9A5}" srcOrd="4" destOrd="0" presId="urn:microsoft.com/office/officeart/2005/8/layout/hList1"/>
    <dgm:cxn modelId="{3286E273-E3A3-4E50-AD19-9D48339B824D}" type="presParOf" srcId="{C817B487-37F0-4C65-94C5-CDBD9D4FB9A5}" destId="{CE2C2ED8-898C-482D-8CAB-576DB615D547}" srcOrd="0" destOrd="0" presId="urn:microsoft.com/office/officeart/2005/8/layout/hList1"/>
    <dgm:cxn modelId="{C7D6C1CF-ACF6-4609-A7B0-ED8D59ED8342}" type="presParOf" srcId="{C817B487-37F0-4C65-94C5-CDBD9D4FB9A5}" destId="{9067C0B4-CC89-41C9-9D56-8999276BCCC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1D124-075D-4424-A732-2CD8BC09CFE4}">
      <dsp:nvSpPr>
        <dsp:cNvPr id="0" name=""/>
        <dsp:cNvSpPr/>
      </dsp:nvSpPr>
      <dsp:spPr>
        <a:xfrm>
          <a:off x="2274" y="393285"/>
          <a:ext cx="2217518" cy="720000"/>
        </a:xfrm>
        <a:prstGeom prst="rect">
          <a:avLst/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스트라이크</a:t>
          </a:r>
          <a:r>
            <a:rPr lang="en-US" altLang="ko-KR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(S)</a:t>
          </a:r>
          <a:endParaRPr lang="ko-KR" altLang="en-US" sz="2500" kern="1200" dirty="0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sp:txBody>
      <dsp:txXfrm>
        <a:off x="2274" y="393285"/>
        <a:ext cx="2217518" cy="720000"/>
      </dsp:txXfrm>
    </dsp:sp>
    <dsp:sp modelId="{2C93D6CE-36F2-41E6-A1D9-37E610276EBD}">
      <dsp:nvSpPr>
        <dsp:cNvPr id="0" name=""/>
        <dsp:cNvSpPr/>
      </dsp:nvSpPr>
      <dsp:spPr>
        <a:xfrm>
          <a:off x="2274" y="1113285"/>
          <a:ext cx="2217518" cy="1303875"/>
        </a:xfrm>
        <a:prstGeom prst="rect">
          <a:avLst/>
        </a:prstGeom>
        <a:solidFill>
          <a:schemeClr val="accent4">
            <a:alpha val="90000"/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숫자가 있음</a:t>
          </a:r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위치가 맞음</a:t>
          </a:r>
        </a:p>
      </dsp:txBody>
      <dsp:txXfrm>
        <a:off x="2274" y="1113285"/>
        <a:ext cx="2217518" cy="1303875"/>
      </dsp:txXfrm>
    </dsp:sp>
    <dsp:sp modelId="{E38406C5-D2FB-4769-BAD4-2A8E722971D3}">
      <dsp:nvSpPr>
        <dsp:cNvPr id="0" name=""/>
        <dsp:cNvSpPr/>
      </dsp:nvSpPr>
      <dsp:spPr>
        <a:xfrm>
          <a:off x="2530244" y="393285"/>
          <a:ext cx="2217518" cy="720000"/>
        </a:xfrm>
        <a:prstGeom prst="rect">
          <a:avLst/>
        </a:prstGeom>
        <a:solidFill>
          <a:schemeClr val="accent4">
            <a:shade val="50000"/>
            <a:hueOff val="3416"/>
            <a:satOff val="659"/>
            <a:lumOff val="23479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볼</a:t>
          </a:r>
          <a:r>
            <a:rPr lang="en-US" altLang="ko-KR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(B)</a:t>
          </a:r>
          <a:endParaRPr lang="ko-KR" altLang="en-US" sz="2500" kern="1200" dirty="0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sp:txBody>
      <dsp:txXfrm>
        <a:off x="2530244" y="393285"/>
        <a:ext cx="2217518" cy="720000"/>
      </dsp:txXfrm>
    </dsp:sp>
    <dsp:sp modelId="{09F14F7C-4C9F-40FF-ADDE-9B8676357721}">
      <dsp:nvSpPr>
        <dsp:cNvPr id="0" name=""/>
        <dsp:cNvSpPr/>
      </dsp:nvSpPr>
      <dsp:spPr>
        <a:xfrm>
          <a:off x="2530244" y="1113285"/>
          <a:ext cx="2217518" cy="1303875"/>
        </a:xfrm>
        <a:prstGeom prst="rect">
          <a:avLst/>
        </a:prstGeom>
        <a:solidFill>
          <a:schemeClr val="accent4">
            <a:alpha val="90000"/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숫자가 있음</a:t>
          </a:r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위치가 틀림</a:t>
          </a:r>
        </a:p>
      </dsp:txBody>
      <dsp:txXfrm>
        <a:off x="2530244" y="1113285"/>
        <a:ext cx="2217518" cy="1303875"/>
      </dsp:txXfrm>
    </dsp:sp>
    <dsp:sp modelId="{CE2C2ED8-898C-482D-8CAB-576DB615D547}">
      <dsp:nvSpPr>
        <dsp:cNvPr id="0" name=""/>
        <dsp:cNvSpPr/>
      </dsp:nvSpPr>
      <dsp:spPr>
        <a:xfrm>
          <a:off x="5058215" y="393285"/>
          <a:ext cx="2217518" cy="720000"/>
        </a:xfrm>
        <a:prstGeom prst="rect">
          <a:avLst/>
        </a:prstGeom>
        <a:solidFill>
          <a:schemeClr val="accent4">
            <a:shade val="50000"/>
            <a:hueOff val="3416"/>
            <a:satOff val="659"/>
            <a:lumOff val="23479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아웃</a:t>
          </a:r>
          <a:r>
            <a:rPr lang="en-US" altLang="ko-KR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(OUT)</a:t>
          </a:r>
          <a:endParaRPr lang="ko-KR" altLang="en-US" sz="2500" kern="1200" dirty="0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sp:txBody>
      <dsp:txXfrm>
        <a:off x="5058215" y="393285"/>
        <a:ext cx="2217518" cy="720000"/>
      </dsp:txXfrm>
    </dsp:sp>
    <dsp:sp modelId="{9067C0B4-CC89-41C9-9D56-8999276BCCCD}">
      <dsp:nvSpPr>
        <dsp:cNvPr id="0" name=""/>
        <dsp:cNvSpPr/>
      </dsp:nvSpPr>
      <dsp:spPr>
        <a:xfrm>
          <a:off x="5058215" y="1113285"/>
          <a:ext cx="2217518" cy="1303875"/>
        </a:xfrm>
        <a:prstGeom prst="rect">
          <a:avLst/>
        </a:prstGeom>
        <a:solidFill>
          <a:schemeClr val="accent4">
            <a:alpha val="90000"/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숫자가 없음</a:t>
          </a:r>
        </a:p>
      </dsp:txBody>
      <dsp:txXfrm>
        <a:off x="5058215" y="1113285"/>
        <a:ext cx="2217518" cy="1303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26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997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712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851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55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632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8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453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643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402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374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02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oyun-bae/Pytho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3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8956C-E28D-4FE3-8E28-18FA6C522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1259379"/>
            <a:ext cx="10058400" cy="1717765"/>
          </a:xfrm>
        </p:spPr>
        <p:txBody>
          <a:bodyPr>
            <a:normAutofit/>
          </a:bodyPr>
          <a:lstStyle/>
          <a:p>
            <a:pPr algn="ctr"/>
            <a:r>
              <a:rPr lang="ko-KR" altLang="en-US" b="1" dirty="0">
                <a:latin typeface="Arial Black" panose="020B0A04020102020204" pitchFamily="34" charset="0"/>
                <a:ea typeface="휴먼모음T" panose="02030504000101010101" pitchFamily="18" charset="-127"/>
              </a:rPr>
              <a:t>프로그래밍 입문</a:t>
            </a:r>
            <a:endParaRPr lang="ko-KR" altLang="en-US" sz="4800" dirty="0">
              <a:latin typeface="Arial Black" panose="020B0A0402010202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9862302-FAC8-4C37-94CB-CD342EA1E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455621"/>
            <a:ext cx="100584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ko-KR" sz="3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2026964024 </a:t>
            </a:r>
            <a:r>
              <a:rPr lang="ko-KR" altLang="en-US" sz="3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배서윤</a:t>
            </a:r>
            <a:endParaRPr lang="en-US" altLang="ko-KR" sz="33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제출일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2026-06-12 /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담당교수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김주현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BCFAF-93FD-49C5-8FDE-3575794C1F7A}"/>
              </a:ext>
            </a:extLst>
          </p:cNvPr>
          <p:cNvSpPr txBox="1"/>
          <p:nvPr/>
        </p:nvSpPr>
        <p:spPr>
          <a:xfrm>
            <a:off x="3081795" y="3071597"/>
            <a:ext cx="60970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2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깃허브</a:t>
            </a:r>
            <a:r>
              <a:rPr lang="ko-KR" altLang="en-US" sz="3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정리</a:t>
            </a:r>
            <a:endParaRPr lang="ko-KR" alt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67681-026B-43C9-BEEE-DB457A0DC647}"/>
              </a:ext>
            </a:extLst>
          </p:cNvPr>
          <p:cNvSpPr txBox="1"/>
          <p:nvPr/>
        </p:nvSpPr>
        <p:spPr>
          <a:xfrm>
            <a:off x="3047456" y="3656372"/>
            <a:ext cx="6097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  <a:hlinkClick r:id="rId2"/>
              </a:rPr>
              <a:t>(https://github.com/seoyun-bae/Python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 algn="ctr"/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11135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3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97FFA12-EE0A-40F8-A503-9FA4A6C7E0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054"/>
          <a:stretch/>
        </p:blipFill>
        <p:spPr>
          <a:xfrm>
            <a:off x="990090" y="616852"/>
            <a:ext cx="6543078" cy="508219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C15F580-F337-41C9-842A-97436F20D9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532"/>
          <a:stretch/>
        </p:blipFill>
        <p:spPr>
          <a:xfrm>
            <a:off x="8294436" y="611830"/>
            <a:ext cx="3151513" cy="508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710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1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CA5D60-2BAC-47D7-B787-1CD29420B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823" y="1916933"/>
            <a:ext cx="5660098" cy="418615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6F1D4DE-2728-460D-9770-4D495A21A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6" y="2097686"/>
            <a:ext cx="5959964" cy="386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70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1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B5A4E0-5958-4CC6-92B9-1BA504CB7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49" y="2329802"/>
            <a:ext cx="10370501" cy="259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79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2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4C2CF4-0358-4D30-B8FD-831021B48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955" y="1222810"/>
            <a:ext cx="5344380" cy="499081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019F141-E27C-474A-85F3-69FCF04E5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65" y="1837890"/>
            <a:ext cx="6283879" cy="428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012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2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F25EFFE-C924-4377-9AA1-7EFEFFCC3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89" y="1962245"/>
            <a:ext cx="5009895" cy="437361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CC1D634-2D06-4A2E-9C39-492249EC8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658" y="248194"/>
            <a:ext cx="5523091" cy="542035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80BC428-C955-477C-8C3D-454DD07EA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5854658" y="5668546"/>
            <a:ext cx="5523092" cy="66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02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3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F17BD6-3D19-407C-BAA3-59F7D0B49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983" y="1226506"/>
            <a:ext cx="5608236" cy="501277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B90C916-C0C9-4777-B481-EB3F8306C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10" y="2111408"/>
            <a:ext cx="6062437" cy="374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849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3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E633A1-0BB4-4B94-9B4F-39136DDE7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50" y="1883554"/>
            <a:ext cx="4957826" cy="433929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134D5DD-A1C0-498F-B52D-27D43424D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118" y="809897"/>
            <a:ext cx="4829880" cy="470067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20E5565-C944-4655-A6ED-132F8F601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118" y="5510570"/>
            <a:ext cx="4829880" cy="94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595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4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9AFF11-EF50-4D32-9B54-F8C95D2A3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837" y="1153464"/>
            <a:ext cx="5488172" cy="455107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5F8DD21-1831-4C90-96CD-7E6BA0FF7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91" y="2062717"/>
            <a:ext cx="6349760" cy="35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30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4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650F20-25E0-4BFE-B535-9777CD6DC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81" y="1897800"/>
            <a:ext cx="4765056" cy="463362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3BB37EC-5350-47CC-8D21-F00002B96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160" y="1329566"/>
            <a:ext cx="6199585" cy="463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045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5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167E57-DFB7-4820-94BA-81B5F24A1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155" y="580841"/>
            <a:ext cx="4687699" cy="54668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C42E4D0-0F85-4F3C-A13C-430586809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24" y="1967023"/>
            <a:ext cx="6872925" cy="412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156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5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733FAB-51B5-497A-A7F7-8C0B419F6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83" y="2090056"/>
            <a:ext cx="5174537" cy="38731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729826F-C641-40A5-A595-DB69EDA71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503" y="2657977"/>
            <a:ext cx="6263640" cy="245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939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6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2D5A528-8FB3-46D5-A6A3-E53CEFDE0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370" y="425756"/>
            <a:ext cx="5068015" cy="587889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329B925-A765-4DA2-98EC-8DD719F46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7" y="2094614"/>
            <a:ext cx="6863127" cy="332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684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6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3E74FA-0421-466A-8E60-99FF0FE9E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95" y="2414350"/>
            <a:ext cx="5430526" cy="337021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76B97DD-CE4C-422B-A4A2-707FA539F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847" y="2977116"/>
            <a:ext cx="6031667" cy="233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57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7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6B13CE-A85B-47B3-8D7A-62A308D4D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426" y="140371"/>
            <a:ext cx="3504294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E4FF449-A993-44F0-9CE5-246BE6A6E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425" y="3569371"/>
            <a:ext cx="3504293" cy="32063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B667D97-FF39-4307-BF4B-BDF1EA2B6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01" y="2069544"/>
            <a:ext cx="7210088" cy="36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710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7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2856F0-E746-4943-8770-C2B57A58B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03" y="2110564"/>
            <a:ext cx="5264152" cy="407226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BCA3A14-4267-46FD-AB70-40CC576E3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961" y="2110564"/>
            <a:ext cx="5959985" cy="416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895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8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1AD420-B67C-40CC-AE25-D476B9267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788" y="687564"/>
            <a:ext cx="4544751" cy="56205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758ACB8-E450-476E-A45A-0FA0F42F4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72" y="2201783"/>
            <a:ext cx="6794205" cy="330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110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8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263332-7826-43DE-B784-BD12708B2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113" y="1933492"/>
            <a:ext cx="6745773" cy="469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297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DABE5-AD90-4484-A014-5BC933B10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프로젝트 발표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8CD68F-ABCA-455E-8886-E8D6AB229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숫자야구게임</a:t>
            </a:r>
          </a:p>
        </p:txBody>
      </p:sp>
    </p:spTree>
    <p:extLst>
      <p:ext uri="{BB962C8B-B14F-4D97-AF65-F5344CB8AC3E}">
        <p14:creationId xmlns:p14="http://schemas.microsoft.com/office/powerpoint/2010/main" val="74041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061EF1-7235-4E0F-976E-147EC020A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A3105672-1AD1-424B-BB95-A21A83E37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68" y="870832"/>
            <a:ext cx="4607088" cy="12048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숫자야구게임 </a:t>
            </a:r>
            <a: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–</a:t>
            </a:r>
            <a:b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</a:b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규칙</a:t>
            </a:r>
          </a:p>
        </p:txBody>
      </p:sp>
      <p:graphicFrame>
        <p:nvGraphicFramePr>
          <p:cNvPr id="6" name="다이어그램 5">
            <a:extLst>
              <a:ext uri="{FF2B5EF4-FFF2-40B4-BE49-F238E27FC236}">
                <a16:creationId xmlns:a16="http://schemas.microsoft.com/office/drawing/2014/main" id="{2BE8899C-28F7-496F-B711-82684004B0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0727693"/>
              </p:ext>
            </p:extLst>
          </p:nvPr>
        </p:nvGraphicFramePr>
        <p:xfrm>
          <a:off x="4456792" y="2231090"/>
          <a:ext cx="7278008" cy="2810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4F871AE-CF2D-4940-87FA-A6E19ED228FD}"/>
              </a:ext>
            </a:extLst>
          </p:cNvPr>
          <p:cNvSpPr txBox="1">
            <a:spLocks/>
          </p:cNvSpPr>
          <p:nvPr/>
        </p:nvSpPr>
        <p:spPr>
          <a:xfrm>
            <a:off x="3340424" y="1920216"/>
            <a:ext cx="9510743" cy="472210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목표</a:t>
            </a:r>
            <a:r>
              <a:rPr lang="en-US" altLang="ko-KR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컴퓨터가 생각한 </a:t>
            </a:r>
            <a:r>
              <a:rPr lang="en-US" altLang="ko-KR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자리 숫자를 맞추는 게임</a:t>
            </a:r>
          </a:p>
        </p:txBody>
      </p:sp>
    </p:spTree>
    <p:extLst>
      <p:ext uri="{BB962C8B-B14F-4D97-AF65-F5344CB8AC3E}">
        <p14:creationId xmlns:p14="http://schemas.microsoft.com/office/powerpoint/2010/main" val="3688552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061EF1-7235-4E0F-976E-147EC020A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A3105672-1AD1-424B-BB95-A21A83E37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68" y="870832"/>
            <a:ext cx="4607088" cy="12048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숫자야구게임 </a:t>
            </a:r>
            <a: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–</a:t>
            </a:r>
            <a:b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</a:b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설명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AACD46E-D8DD-47D5-9898-092F7C763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628" y="393713"/>
            <a:ext cx="4833975" cy="607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22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061EF1-7235-4E0F-976E-147EC020A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558377-F0ED-4023-93E3-7F4863424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182" y="1165280"/>
            <a:ext cx="7945796" cy="4527440"/>
          </a:xfrm>
          <a:prstGeom prst="rect">
            <a:avLst/>
          </a:prstGeom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87054E83-B61E-4C1E-9022-F2E39A65D878}"/>
              </a:ext>
            </a:extLst>
          </p:cNvPr>
          <p:cNvSpPr txBox="1">
            <a:spLocks/>
          </p:cNvSpPr>
          <p:nvPr/>
        </p:nvSpPr>
        <p:spPr>
          <a:xfrm>
            <a:off x="226168" y="870832"/>
            <a:ext cx="4607088" cy="12048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숫자야구게임 </a:t>
            </a:r>
            <a: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–</a:t>
            </a:r>
            <a:b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</a:b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코드</a:t>
            </a:r>
          </a:p>
        </p:txBody>
      </p:sp>
    </p:spTree>
    <p:extLst>
      <p:ext uri="{BB962C8B-B14F-4D97-AF65-F5344CB8AC3E}">
        <p14:creationId xmlns:p14="http://schemas.microsoft.com/office/powerpoint/2010/main" val="2018700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061EF1-7235-4E0F-976E-147EC020A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4A189B-3A3D-4587-86B4-DC649A2A0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324" y="1200475"/>
            <a:ext cx="7926757" cy="4476425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F5751152-6F82-4DB7-A29A-FB3E85E93AB4}"/>
              </a:ext>
            </a:extLst>
          </p:cNvPr>
          <p:cNvSpPr txBox="1">
            <a:spLocks/>
          </p:cNvSpPr>
          <p:nvPr/>
        </p:nvSpPr>
        <p:spPr>
          <a:xfrm>
            <a:off x="226168" y="870832"/>
            <a:ext cx="4607088" cy="12048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숫자야구게임 </a:t>
            </a:r>
            <a: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–</a:t>
            </a:r>
            <a:b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</a:b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코드</a:t>
            </a:r>
          </a:p>
        </p:txBody>
      </p:sp>
    </p:spTree>
    <p:extLst>
      <p:ext uri="{BB962C8B-B14F-4D97-AF65-F5344CB8AC3E}">
        <p14:creationId xmlns:p14="http://schemas.microsoft.com/office/powerpoint/2010/main" val="3419421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061EF1-7235-4E0F-976E-147EC020A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B7AE29B-8963-483C-8FFA-BAAD4D160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116" y="1231649"/>
            <a:ext cx="7936824" cy="444446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74C7543D-3E3B-448B-BD1D-E4381EA47D9A}"/>
              </a:ext>
            </a:extLst>
          </p:cNvPr>
          <p:cNvSpPr txBox="1">
            <a:spLocks/>
          </p:cNvSpPr>
          <p:nvPr/>
        </p:nvSpPr>
        <p:spPr>
          <a:xfrm>
            <a:off x="226168" y="870832"/>
            <a:ext cx="4607088" cy="12048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숫자야구게임 </a:t>
            </a:r>
            <a: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–</a:t>
            </a:r>
            <a:b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</a:b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코드</a:t>
            </a:r>
          </a:p>
        </p:txBody>
      </p:sp>
    </p:spTree>
    <p:extLst>
      <p:ext uri="{BB962C8B-B14F-4D97-AF65-F5344CB8AC3E}">
        <p14:creationId xmlns:p14="http://schemas.microsoft.com/office/powerpoint/2010/main" val="2276726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061EF1-7235-4E0F-976E-147EC020A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8101E86-B8AA-443B-8D6F-384004A1A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063" y="1022168"/>
            <a:ext cx="7940363" cy="4788525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F3F8A46A-939C-4489-AFE9-B7BA537F1A47}"/>
              </a:ext>
            </a:extLst>
          </p:cNvPr>
          <p:cNvSpPr txBox="1">
            <a:spLocks/>
          </p:cNvSpPr>
          <p:nvPr/>
        </p:nvSpPr>
        <p:spPr>
          <a:xfrm>
            <a:off x="226168" y="870832"/>
            <a:ext cx="4607088" cy="12048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숫자야구게임 </a:t>
            </a:r>
            <a: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–</a:t>
            </a:r>
            <a:b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</a:b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코드</a:t>
            </a:r>
          </a:p>
        </p:txBody>
      </p:sp>
    </p:spTree>
    <p:extLst>
      <p:ext uri="{BB962C8B-B14F-4D97-AF65-F5344CB8AC3E}">
        <p14:creationId xmlns:p14="http://schemas.microsoft.com/office/powerpoint/2010/main" val="1396290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65D5E0-0E8A-46D8-AB1F-CAD8E00C0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느낀점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B0ED6FD-652F-4BA3-9EC9-D883DFE7B787}"/>
              </a:ext>
            </a:extLst>
          </p:cNvPr>
          <p:cNvSpPr txBox="1">
            <a:spLocks/>
          </p:cNvSpPr>
          <p:nvPr/>
        </p:nvSpPr>
        <p:spPr>
          <a:xfrm>
            <a:off x="1371108" y="1999584"/>
            <a:ext cx="9510743" cy="3797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E451FB-A04E-4330-8123-752C164A871D}"/>
              </a:ext>
            </a:extLst>
          </p:cNvPr>
          <p:cNvSpPr txBox="1"/>
          <p:nvPr/>
        </p:nvSpPr>
        <p:spPr>
          <a:xfrm>
            <a:off x="1279204" y="1999584"/>
            <a:ext cx="9694549" cy="2952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처음 프로그래밍을 접했을 때는 낯설고 어려운 부분도 많았습니다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하지만 한 학기 동안 책의 연습 문제들을 직접 풀어보고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, 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매주 연습 문제들을 정리하며 저만의 </a:t>
            </a:r>
            <a:r>
              <a:rPr lang="en-US" altLang="ko-KR" dirty="0" err="1">
                <a:latin typeface="나눔고딕 bold" panose="020D0804000000000000" pitchFamily="50" charset="-127"/>
                <a:ea typeface="나눔고딕 bold" panose="020D0804000000000000" pitchFamily="50" charset="-127"/>
              </a:rPr>
              <a:t>github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 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repository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에 파일들이 차곡차곡 쌓여가는게 </a:t>
            </a:r>
            <a:r>
              <a:rPr lang="ko-KR" altLang="en-US" dirty="0" err="1">
                <a:latin typeface="나눔고딕 bold" panose="020D0804000000000000" pitchFamily="50" charset="-127"/>
                <a:ea typeface="나눔고딕 bold" panose="020D0804000000000000" pitchFamily="50" charset="-127"/>
              </a:rPr>
              <a:t>제게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 성취감을 느낄 수 있게 해주었습니다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. 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마지막으로 구현한 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'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숫자 야구 게임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' 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프로젝트를 통해서는 그동안 배운 기초 문법과 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GUI 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라이브러리를 종합적으로 응용해 보며 </a:t>
            </a:r>
            <a:r>
              <a:rPr lang="ko-KR" altLang="en-US" dirty="0" err="1">
                <a:latin typeface="나눔고딕 bold" panose="020D0804000000000000" pitchFamily="50" charset="-127"/>
                <a:ea typeface="나눔고딕 bold" panose="020D0804000000000000" pitchFamily="50" charset="-127"/>
              </a:rPr>
              <a:t>파이썬의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 활용성에 대해 깊이 이해하게 되었습니다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. 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이번 학기는 프로그래밍 기초에 대한 흥미를 점차 가지게 된 시간이었으며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, 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이를 바탕으로 앞으로 더 깊이 있는 공부를 해보고 싶다는 열정이 생겼습니다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.</a:t>
            </a:r>
            <a:endParaRPr lang="ko-KR" altLang="en-US" dirty="0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0804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65D5E0-0E8A-46D8-AB1F-CAD8E00C0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점수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B0ED6FD-652F-4BA3-9EC9-D883DFE7B787}"/>
              </a:ext>
            </a:extLst>
          </p:cNvPr>
          <p:cNvSpPr txBox="1">
            <a:spLocks/>
          </p:cNvSpPr>
          <p:nvPr/>
        </p:nvSpPr>
        <p:spPr>
          <a:xfrm>
            <a:off x="1371108" y="2638697"/>
            <a:ext cx="9510743" cy="317427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깃허브</a:t>
            </a:r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점수</a:t>
            </a:r>
            <a:r>
              <a:rPr lang="en-US" altLang="ko-KR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15</a:t>
            </a:r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</a:t>
            </a:r>
            <a:endParaRPr lang="en-US" altLang="ko-KR" sz="2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buNone/>
            </a:pPr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점수</a:t>
            </a:r>
            <a:r>
              <a:rPr lang="en-US" altLang="ko-KR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15</a:t>
            </a:r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</a:t>
            </a:r>
            <a:endParaRPr lang="en-US" altLang="ko-KR" sz="2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buNone/>
            </a:pPr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</a:t>
            </a:r>
            <a:endParaRPr lang="en-US" altLang="ko-KR" sz="2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1345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DABE5-AD90-4484-A014-5BC933B1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-314940"/>
            <a:ext cx="10058400" cy="3566160"/>
          </a:xfrm>
        </p:spPr>
        <p:txBody>
          <a:bodyPr/>
          <a:lstStyle/>
          <a:p>
            <a:pPr algn="ctr"/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감사합니다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8CD68F-ABCA-455E-8886-E8D6AB229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3379236"/>
            <a:ext cx="100584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2026964024 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배서윤 </a:t>
            </a:r>
            <a:endParaRPr lang="en-US" altLang="ko-KR" dirty="0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  <a:p>
            <a:pPr algn="ctr"/>
            <a:r>
              <a:rPr lang="ko-KR" altLang="en-US" dirty="0" err="1">
                <a:latin typeface="나눔고딕 bold" panose="020D0804000000000000" pitchFamily="50" charset="-127"/>
                <a:ea typeface="나눔고딕 bold" panose="020D0804000000000000" pitchFamily="50" charset="-127"/>
              </a:rPr>
              <a:t>깃허브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,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 프로젝트 발표</a:t>
            </a:r>
          </a:p>
        </p:txBody>
      </p:sp>
    </p:spTree>
    <p:extLst>
      <p:ext uri="{BB962C8B-B14F-4D97-AF65-F5344CB8AC3E}">
        <p14:creationId xmlns:p14="http://schemas.microsoft.com/office/powerpoint/2010/main" val="48860123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592</TotalTime>
  <Words>221</Words>
  <Application>Microsoft Office PowerPoint</Application>
  <PresentationFormat>와이드스크린</PresentationFormat>
  <Paragraphs>48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6" baseType="lpstr">
      <vt:lpstr>나눔고딕</vt:lpstr>
      <vt:lpstr>나눔고딕 bold</vt:lpstr>
      <vt:lpstr>나눔고딕 ExtraBold</vt:lpstr>
      <vt:lpstr>휴먼모음T</vt:lpstr>
      <vt:lpstr>Arial Black</vt:lpstr>
      <vt:lpstr>Calibri</vt:lpstr>
      <vt:lpstr>Calibri Light</vt:lpstr>
      <vt:lpstr>추억</vt:lpstr>
      <vt:lpstr>프로그래밍 입문</vt:lpstr>
      <vt:lpstr>PowerPoint 프레젠테이션</vt:lpstr>
      <vt:lpstr>WEEK 1</vt:lpstr>
      <vt:lpstr>WEEK 1</vt:lpstr>
      <vt:lpstr>WEEK 2</vt:lpstr>
      <vt:lpstr>WEEK 2</vt:lpstr>
      <vt:lpstr>WEEK 3</vt:lpstr>
      <vt:lpstr>WEEK 3</vt:lpstr>
      <vt:lpstr>WEEK 4</vt:lpstr>
      <vt:lpstr>WEEK 4</vt:lpstr>
      <vt:lpstr>WEEK 5</vt:lpstr>
      <vt:lpstr>WEEK 5</vt:lpstr>
      <vt:lpstr>WEEK 6</vt:lpstr>
      <vt:lpstr>WEEK 6</vt:lpstr>
      <vt:lpstr>WEEK 7</vt:lpstr>
      <vt:lpstr>WEEK 7</vt:lpstr>
      <vt:lpstr>WEEK 8</vt:lpstr>
      <vt:lpstr>WEEK 8</vt:lpstr>
      <vt:lpstr>프로젝트 발표</vt:lpstr>
      <vt:lpstr>숫자야구게임 – 규칙</vt:lpstr>
      <vt:lpstr>숫자야구게임 – 설명</vt:lpstr>
      <vt:lpstr>PowerPoint 프레젠테이션</vt:lpstr>
      <vt:lpstr>PowerPoint 프레젠테이션</vt:lpstr>
      <vt:lpstr>PowerPoint 프레젠테이션</vt:lpstr>
      <vt:lpstr>PowerPoint 프레젠테이션</vt:lpstr>
      <vt:lpstr>느낀점</vt:lpstr>
      <vt:lpstr>점수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서윤 배</dc:creator>
  <cp:lastModifiedBy>서윤 배</cp:lastModifiedBy>
  <cp:revision>20</cp:revision>
  <dcterms:created xsi:type="dcterms:W3CDTF">2026-05-31T04:29:10Z</dcterms:created>
  <dcterms:modified xsi:type="dcterms:W3CDTF">2026-06-11T09:36:46Z</dcterms:modified>
</cp:coreProperties>
</file>